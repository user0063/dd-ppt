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9DE0D-6BB1-E8DC-3B7E-1316A6297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6BF1B-31C4-8E26-B859-4501FA17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E1FCB-C187-4519-A10A-7FE8103B96C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69605-DDC1-9A9C-BC8F-563AB19C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8C255-8840-82D4-3090-372144C0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5585E-9F97-401B-9365-FA4DE99B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4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41900-5C59-83CF-3D7F-3A6B6250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6AF09-FE44-4970-D374-A37A5C359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26FFC-F702-4B9A-1769-89B2B11832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E1FCB-C187-4519-A10A-7FE8103B96C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C6C05-3285-A8C7-9ACB-F9981E1DB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3B58A-8C05-EC7B-5DEB-971D3E60C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5585E-9F97-401B-9365-FA4DE99B3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9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BF03866-4944-EEAD-5A9A-7CD8F1DC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0F94D7-9AE3-D026-10AA-C84AE1DE56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2651EB7-689E-EE15-530B-B95843BE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A9EAB-B045-D024-B095-DB1A16FB18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326DC4-5961-234F-E85F-196F6FA6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DC55E0-2EC8-9F01-08FA-703FF48D1A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0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B02DEAB-1AAD-20F5-8CAE-D8886B6A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2CC93A-9E25-9AB6-1C7B-B5B174173F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1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D7FE072-5DB7-ED79-8584-FD85CD5D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118376-E0A9-8B52-5D1D-C1358E15C0E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6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945F20A-C8DD-418E-D5E9-B5979523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44FE51-50BC-BBDF-CBB8-CB3BD459B6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0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7BC39C-BC21-729E-B29B-0663B265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FE67D-7F2B-E9BD-306E-DB9FE35591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22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5D9B61D-64D8-C98E-63BB-DD48B8A9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F46AD-0670-8708-2BD6-BE751C654B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34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BB19904-ADAF-CD48-C04E-516F36BB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7609A-D025-EA77-9B5D-E56689A9CA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49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B38F431-F03D-D83A-6210-90196C31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54410-54EB-C12E-D729-4757D7ECFD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35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0AFDB72-4462-33E6-26EA-66EF2948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CA4950-3831-84BF-CB23-5F21B374C6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32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2FB11FD-3C20-E2A1-6FCD-EFF4BFDF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FABB50-73F1-3A61-537F-01E822F3D1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744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NEW</dc:creator>
  <cp:lastModifiedBy>NEW</cp:lastModifiedBy>
  <cp:revision>1</cp:revision>
  <dcterms:created xsi:type="dcterms:W3CDTF">2025-11-06T13:30:15Z</dcterms:created>
  <dcterms:modified xsi:type="dcterms:W3CDTF">2025-11-06T13:30:15Z</dcterms:modified>
</cp:coreProperties>
</file>