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E03E7-D25B-342F-7D25-59B56DBC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4403A8-A0F5-85F3-74D3-3D6D5B087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50690-78A4-4F26-9DF5-C60289666CC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B43601-5237-4342-D811-ED7BF843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B2B5D-4FB5-5ACE-B442-468FB5CFE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0A5D5-B29C-45BA-B1C5-10626F7C9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8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A3A1DE-555C-8A01-0F1F-CB02AB3B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0FB8A-E7C0-F2D5-75D9-B6DF423F8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2B7A0-4985-575F-0F02-3E7A977598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50690-78A4-4F26-9DF5-C60289666CC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CF2FE-010C-552A-60E0-A36177A9C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CC1B4-53D9-C559-29A7-D28E58FBAF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0A5D5-B29C-45BA-B1C5-10626F7C9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7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A82BE0-DE73-7D70-5962-6284EC72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D6E68B-3435-679D-3DB9-F0B972EC5E0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5EF0414-7873-3F41-69E7-C5113D1B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8245A-B1C1-0579-5AD4-04DCD7E871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63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572555F-48BF-DA2C-3915-3381B93AB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21D6D1-2EDC-AFEB-B6B7-47EF6991CA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90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1AFE398-BD2B-C7B9-8C7A-C3A4EAB03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BAA900-84B1-66FB-74FB-03F53E338A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1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8DE5912-E8CF-67A1-EC82-E1E08CBE0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60276-CB7F-ECC1-8513-8DB7E68E1EB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22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B2B81D62-8085-B13E-28BC-86AAC74E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4852A1-1122-E17A-A772-5D30212EE3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56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F26712D-E5CE-6BE2-D7DD-A2CC5D3AC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C6A16-D65F-4BDD-9F79-13EFAC98E64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9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CEA219D3-7DEB-6E06-BC4E-EF3ADD975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C4442F-926D-86E2-63A7-876CA5638BE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05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45BF117-FC9C-91FF-908B-BEF1477F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822B1-174E-44A1-9D75-F2DE1665904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00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769AB22-8338-D975-5223-9F82A3DD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B23D9A-1F86-1E11-E3EE-6296EDF3E6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02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NEW</dc:creator>
  <cp:lastModifiedBy>NEW</cp:lastModifiedBy>
  <cp:revision>1</cp:revision>
  <dcterms:created xsi:type="dcterms:W3CDTF">2025-11-06T04:55:26Z</dcterms:created>
  <dcterms:modified xsi:type="dcterms:W3CDTF">2025-11-06T04:55:26Z</dcterms:modified>
</cp:coreProperties>
</file>