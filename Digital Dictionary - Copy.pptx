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6" r:id="rId11"/>
    <p:sldId id="277" r:id="rId12"/>
    <p:sldId id="275" r:id="rId13"/>
  </p:sldIdLst>
  <p:sldSz cx="18288000" cy="10287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Red Hat Displa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igital-dictionary.onrender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igital-dictionary.onrender.com/" TargetMode="Externa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-dictionary.onrender.com/admi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igital-dictionary.onrender.com/" TargetMode="Externa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bout - Arunai Engineering College">
            <a:extLst>
              <a:ext uri="{FF2B5EF4-FFF2-40B4-BE49-F238E27FC236}">
                <a16:creationId xmlns:a16="http://schemas.microsoft.com/office/drawing/2014/main" id="{7EA35B8C-E335-AA66-A99F-95764F3F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57300"/>
            <a:ext cx="2171462" cy="217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newables Certification: Use of the DNV Certification Mark">
            <a:extLst>
              <a:ext uri="{FF2B5EF4-FFF2-40B4-BE49-F238E27FC236}">
                <a16:creationId xmlns:a16="http://schemas.microsoft.com/office/drawing/2014/main" id="{DD971186-2FFF-1809-AFC0-4F498DB6E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00" y="1257299"/>
            <a:ext cx="2362200" cy="217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0A77EC-802B-79E6-133E-238C65333DF2}"/>
              </a:ext>
            </a:extLst>
          </p:cNvPr>
          <p:cNvSpPr txBox="1"/>
          <p:nvPr/>
        </p:nvSpPr>
        <p:spPr>
          <a:xfrm>
            <a:off x="4876800" y="1185172"/>
            <a:ext cx="975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ARUNAI ENGINEERING COLLEGE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6E227-C4D3-EB21-B085-32FA4CAF2BA9}"/>
              </a:ext>
            </a:extLst>
          </p:cNvPr>
          <p:cNvSpPr txBox="1"/>
          <p:nvPr/>
        </p:nvSpPr>
        <p:spPr>
          <a:xfrm>
            <a:off x="7703551" y="1965185"/>
            <a:ext cx="2690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E43AE-97F7-45AA-0442-BBF98753E427}"/>
              </a:ext>
            </a:extLst>
          </p:cNvPr>
          <p:cNvSpPr txBox="1"/>
          <p:nvPr/>
        </p:nvSpPr>
        <p:spPr>
          <a:xfrm>
            <a:off x="6284990" y="2595186"/>
            <a:ext cx="5527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 to Anna University)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F4A06-EE88-1408-477E-B5503446686F}"/>
              </a:ext>
            </a:extLst>
          </p:cNvPr>
          <p:cNvSpPr txBox="1"/>
          <p:nvPr/>
        </p:nvSpPr>
        <p:spPr>
          <a:xfrm>
            <a:off x="6663715" y="3355261"/>
            <a:ext cx="4769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Tiruvannamalai – 606 603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55B2C-E154-B03B-85C2-DFBC06A52D14}"/>
              </a:ext>
            </a:extLst>
          </p:cNvPr>
          <p:cNvSpPr txBox="1"/>
          <p:nvPr/>
        </p:nvSpPr>
        <p:spPr>
          <a:xfrm>
            <a:off x="5531375" y="5159829"/>
            <a:ext cx="7225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CS3711 – SUMMER INTERNSIHP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7CB4F-845D-5CC3-C0CC-E42E38D2572B}"/>
              </a:ext>
            </a:extLst>
          </p:cNvPr>
          <p:cNvSpPr txBox="1"/>
          <p:nvPr/>
        </p:nvSpPr>
        <p:spPr>
          <a:xfrm>
            <a:off x="5884870" y="6350836"/>
            <a:ext cx="65182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 DICTIONARY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5A08A-7009-6720-62C2-2F93D4C755F9}"/>
              </a:ext>
            </a:extLst>
          </p:cNvPr>
          <p:cNvSpPr txBox="1"/>
          <p:nvPr/>
        </p:nvSpPr>
        <p:spPr>
          <a:xfrm>
            <a:off x="12268200" y="7581900"/>
            <a:ext cx="52497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YUVARAJ M [510422104120]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VETRIVEL M [510422104115]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SATHISH KUMAR G [510422104094]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PRITHIVI RAJ S [510422104078]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682DEA84-9F06-C47F-79CE-F312101F8392}"/>
              </a:ext>
            </a:extLst>
          </p:cNvPr>
          <p:cNvSpPr/>
          <p:nvPr/>
        </p:nvSpPr>
        <p:spPr>
          <a:xfrm>
            <a:off x="990600" y="8903074"/>
            <a:ext cx="415317" cy="415317"/>
          </a:xfrm>
          <a:custGeom>
            <a:avLst/>
            <a:gdLst/>
            <a:ahLst/>
            <a:cxnLst/>
            <a:rect l="l" t="t" r="r" b="b"/>
            <a:pathLst>
              <a:path w="415317" h="415317">
                <a:moveTo>
                  <a:pt x="0" y="0"/>
                </a:moveTo>
                <a:lnTo>
                  <a:pt x="415317" y="0"/>
                </a:lnTo>
                <a:lnTo>
                  <a:pt x="415317" y="415317"/>
                </a:lnTo>
                <a:lnTo>
                  <a:pt x="0" y="415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92E83AF-397F-3331-F996-AE4C0CF15C62}"/>
              </a:ext>
            </a:extLst>
          </p:cNvPr>
          <p:cNvSpPr txBox="1"/>
          <p:nvPr/>
        </p:nvSpPr>
        <p:spPr>
          <a:xfrm>
            <a:off x="1602695" y="8903074"/>
            <a:ext cx="5018539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  <a:spcBef>
                <a:spcPct val="0"/>
              </a:spcBef>
            </a:pPr>
            <a:r>
              <a:rPr lang="en-US" dirty="0"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</a:t>
            </a:r>
            <a:endParaRPr lang="en-US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0190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BD60B384-7198-2D97-E4EA-6C4975315F3D}"/>
              </a:ext>
            </a:extLst>
          </p:cNvPr>
          <p:cNvSpPr/>
          <p:nvPr/>
        </p:nvSpPr>
        <p:spPr>
          <a:xfrm rot="6626729" flipH="1">
            <a:off x="-4255355" y="46215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AFDCD014-B712-0286-A05D-D030DD5BCA1A}"/>
              </a:ext>
            </a:extLst>
          </p:cNvPr>
          <p:cNvGrpSpPr/>
          <p:nvPr/>
        </p:nvGrpSpPr>
        <p:grpSpPr>
          <a:xfrm>
            <a:off x="1028700" y="1413758"/>
            <a:ext cx="10284037" cy="7731016"/>
            <a:chOff x="0" y="0"/>
            <a:chExt cx="13712050" cy="10308021"/>
          </a:xfrm>
          <a:solidFill>
            <a:schemeClr val="bg1"/>
          </a:solidFill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97440B3-FA33-6D8E-E205-05A9E9334122}"/>
                </a:ext>
              </a:extLst>
            </p:cNvPr>
            <p:cNvGrpSpPr/>
            <p:nvPr/>
          </p:nvGrpSpPr>
          <p:grpSpPr>
            <a:xfrm>
              <a:off x="0" y="0"/>
              <a:ext cx="13712050" cy="10308021"/>
              <a:chOff x="0" y="0"/>
              <a:chExt cx="2708553" cy="2036152"/>
            </a:xfrm>
            <a:grpFill/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66A882D-7C11-8087-1B18-B46601B9E8D1}"/>
                  </a:ext>
                </a:extLst>
              </p:cNvPr>
              <p:cNvSpPr/>
              <p:nvPr/>
            </p:nvSpPr>
            <p:spPr>
              <a:xfrm>
                <a:off x="0" y="0"/>
                <a:ext cx="2708553" cy="2036152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036152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021096"/>
                    </a:lnTo>
                    <a:cubicBezTo>
                      <a:pt x="2708553" y="2025089"/>
                      <a:pt x="2706967" y="2028919"/>
                      <a:pt x="2704143" y="2031743"/>
                    </a:cubicBezTo>
                    <a:cubicBezTo>
                      <a:pt x="2701320" y="2034566"/>
                      <a:pt x="2697490" y="2036152"/>
                      <a:pt x="2693497" y="2036152"/>
                    </a:cubicBezTo>
                    <a:lnTo>
                      <a:pt x="15056" y="2036152"/>
                    </a:lnTo>
                    <a:cubicBezTo>
                      <a:pt x="11063" y="2036152"/>
                      <a:pt x="7233" y="2034566"/>
                      <a:pt x="4410" y="2031743"/>
                    </a:cubicBezTo>
                    <a:cubicBezTo>
                      <a:pt x="1586" y="2028919"/>
                      <a:pt x="0" y="2025089"/>
                      <a:pt x="0" y="2021096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D53C399-A00B-5CD5-F36B-994069D47E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708553" cy="2074252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D9738D1A-283D-333F-4C29-AF54B1033C1C}"/>
                </a:ext>
              </a:extLst>
            </p:cNvPr>
            <p:cNvSpPr txBox="1"/>
            <p:nvPr/>
          </p:nvSpPr>
          <p:spPr>
            <a:xfrm>
              <a:off x="1102119" y="1409188"/>
              <a:ext cx="11368841" cy="12759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4000" dirty="0">
                  <a:latin typeface="Times New Roman" panose="02020603050405020304" pitchFamily="18" charset="0"/>
                  <a:ea typeface="Archivo Black"/>
                  <a:cs typeface="Times New Roman" panose="02020603050405020304" pitchFamily="18" charset="0"/>
                  <a:sym typeface="Archivo Black"/>
                </a:rPr>
                <a:t>Problem Statement</a:t>
              </a:r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8A46CEBA-496F-FB12-A954-E38520BEBA8E}"/>
                </a:ext>
              </a:extLst>
            </p:cNvPr>
            <p:cNvSpPr txBox="1"/>
            <p:nvPr/>
          </p:nvSpPr>
          <p:spPr>
            <a:xfrm>
              <a:off x="1102120" y="4709015"/>
              <a:ext cx="10276762" cy="45833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4"/>
                </a:lnSpc>
                <a:spcBef>
                  <a:spcPct val="0"/>
                </a:spcBef>
              </a:pPr>
              <a:endParaRPr lang="en-US" sz="2099" u="none" spc="125" dirty="0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1C7F5467-CD55-59A3-065D-D8EEABF2B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399" y="4412104"/>
            <a:ext cx="62484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dictionary platforms often lack contextual examples, pronunciation audio, and visual aids, making it difficult for users—especially non-native speakers—to fully understand and retain new vocabulary. Additionally, they offer little to no personalization features like history tracking or bookmarking, limiting their effectiveness as learning tools.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18C72A6B-CEE3-C25C-3007-85F16BC7DF4E}"/>
              </a:ext>
            </a:extLst>
          </p:cNvPr>
          <p:cNvSpPr txBox="1"/>
          <p:nvPr/>
        </p:nvSpPr>
        <p:spPr>
          <a:xfrm>
            <a:off x="12350452" y="1418983"/>
            <a:ext cx="2197324" cy="620363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4000" b="1" dirty="0">
                <a:latin typeface="Times New Roman" panose="02020603050405020304" pitchFamily="18" charset="0"/>
                <a:ea typeface="Red Hat Display Bold"/>
                <a:cs typeface="Times New Roman" panose="02020603050405020304" pitchFamily="18" charset="0"/>
                <a:sym typeface="Red Hat Display Bold"/>
              </a:rPr>
              <a:t>01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38111B5-B9C9-8DCE-6528-85739D5EE31A}"/>
              </a:ext>
            </a:extLst>
          </p:cNvPr>
          <p:cNvSpPr txBox="1"/>
          <p:nvPr/>
        </p:nvSpPr>
        <p:spPr>
          <a:xfrm>
            <a:off x="12350452" y="4318374"/>
            <a:ext cx="2197324" cy="620363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4000" b="1" dirty="0">
                <a:latin typeface="Times New Roman" panose="02020603050405020304" pitchFamily="18" charset="0"/>
                <a:ea typeface="Red Hat Display Bold"/>
                <a:cs typeface="Times New Roman" panose="02020603050405020304" pitchFamily="18" charset="0"/>
                <a:sym typeface="Red Hat Display Bold"/>
              </a:rPr>
              <a:t>02</a:t>
            </a: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2F6F6905-7A5F-E876-EB21-114E652DB9DF}"/>
              </a:ext>
            </a:extLst>
          </p:cNvPr>
          <p:cNvSpPr txBox="1"/>
          <p:nvPr/>
        </p:nvSpPr>
        <p:spPr>
          <a:xfrm>
            <a:off x="12350452" y="2291315"/>
            <a:ext cx="3526542" cy="276999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Contextual Understanding</a:t>
            </a:r>
            <a:endParaRPr lang="en-US" sz="1600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55AA70A2-AF46-0FDC-616C-D8D074EB2641}"/>
              </a:ext>
            </a:extLst>
          </p:cNvPr>
          <p:cNvSpPr txBox="1"/>
          <p:nvPr/>
        </p:nvSpPr>
        <p:spPr>
          <a:xfrm>
            <a:off x="12350452" y="5190705"/>
            <a:ext cx="3770868" cy="276999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Pronunciation Guidance</a:t>
            </a:r>
            <a:endParaRPr lang="en-US" sz="1600" b="1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E13B6E94-42B3-AF43-D244-773AEE077B2E}"/>
              </a:ext>
            </a:extLst>
          </p:cNvPr>
          <p:cNvSpPr txBox="1"/>
          <p:nvPr/>
        </p:nvSpPr>
        <p:spPr>
          <a:xfrm>
            <a:off x="12350452" y="7099356"/>
            <a:ext cx="2197324" cy="620363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4000" b="1">
                <a:latin typeface="Times New Roman" panose="02020603050405020304" pitchFamily="18" charset="0"/>
                <a:ea typeface="Red Hat Display Bold"/>
                <a:cs typeface="Times New Roman" panose="02020603050405020304" pitchFamily="18" charset="0"/>
                <a:sym typeface="Red Hat Display Bold"/>
              </a:rPr>
              <a:t>03</a:t>
            </a:r>
          </a:p>
        </p:txBody>
      </p:sp>
      <p:sp>
        <p:nvSpPr>
          <p:cNvPr id="15" name="TextBox 27">
            <a:extLst>
              <a:ext uri="{FF2B5EF4-FFF2-40B4-BE49-F238E27FC236}">
                <a16:creationId xmlns:a16="http://schemas.microsoft.com/office/drawing/2014/main" id="{3D552B33-63C5-0229-1824-FDB2A25831F7}"/>
              </a:ext>
            </a:extLst>
          </p:cNvPr>
          <p:cNvSpPr txBox="1"/>
          <p:nvPr/>
        </p:nvSpPr>
        <p:spPr>
          <a:xfrm>
            <a:off x="12350452" y="7971688"/>
            <a:ext cx="3595098" cy="27533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4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Personalization</a:t>
            </a:r>
            <a:endParaRPr lang="en-US" sz="1600" b="1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96460F-0543-95A5-F6DE-2A53F815B59D}"/>
              </a:ext>
            </a:extLst>
          </p:cNvPr>
          <p:cNvCxnSpPr/>
          <p:nvPr/>
        </p:nvCxnSpPr>
        <p:spPr>
          <a:xfrm>
            <a:off x="11430000" y="571500"/>
            <a:ext cx="0" cy="9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tar: 4 Points 17">
            <a:extLst>
              <a:ext uri="{FF2B5EF4-FFF2-40B4-BE49-F238E27FC236}">
                <a16:creationId xmlns:a16="http://schemas.microsoft.com/office/drawing/2014/main" id="{823EE68F-A9BE-8807-79D5-3B399964C983}"/>
              </a:ext>
            </a:extLst>
          </p:cNvPr>
          <p:cNvSpPr/>
          <p:nvPr/>
        </p:nvSpPr>
        <p:spPr>
          <a:xfrm>
            <a:off x="11111491" y="1537297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4 Points 18">
            <a:extLst>
              <a:ext uri="{FF2B5EF4-FFF2-40B4-BE49-F238E27FC236}">
                <a16:creationId xmlns:a16="http://schemas.microsoft.com/office/drawing/2014/main" id="{F9E4FF63-9CA2-A077-490A-70B6EB0566C4}"/>
              </a:ext>
            </a:extLst>
          </p:cNvPr>
          <p:cNvSpPr/>
          <p:nvPr/>
        </p:nvSpPr>
        <p:spPr>
          <a:xfrm>
            <a:off x="11111490" y="4323689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4 Points 19">
            <a:extLst>
              <a:ext uri="{FF2B5EF4-FFF2-40B4-BE49-F238E27FC236}">
                <a16:creationId xmlns:a16="http://schemas.microsoft.com/office/drawing/2014/main" id="{F4300D4B-EB95-9010-55C2-E5AD61C8F8B5}"/>
              </a:ext>
            </a:extLst>
          </p:cNvPr>
          <p:cNvSpPr/>
          <p:nvPr/>
        </p:nvSpPr>
        <p:spPr>
          <a:xfrm>
            <a:off x="11111489" y="7158512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E015B5A8-62CD-F03D-26CD-E251E00B1E1E}"/>
              </a:ext>
            </a:extLst>
          </p:cNvPr>
          <p:cNvSpPr/>
          <p:nvPr/>
        </p:nvSpPr>
        <p:spPr>
          <a:xfrm rot="6626729" flipH="1">
            <a:off x="8471356" y="-384020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CE25A5C-EDC4-234E-BBDA-758810A6FC5A}"/>
              </a:ext>
            </a:extLst>
          </p:cNvPr>
          <p:cNvSpPr/>
          <p:nvPr/>
        </p:nvSpPr>
        <p:spPr>
          <a:xfrm>
            <a:off x="9689299" y="1095645"/>
            <a:ext cx="6998061" cy="2561527"/>
          </a:xfrm>
          <a:custGeom>
            <a:avLst/>
            <a:gdLst/>
            <a:ahLst/>
            <a:cxnLst/>
            <a:rect l="l" t="t" r="r" b="b"/>
            <a:pathLst>
              <a:path w="2342659" h="857492">
                <a:moveTo>
                  <a:pt x="22126" y="0"/>
                </a:moveTo>
                <a:lnTo>
                  <a:pt x="2320533" y="0"/>
                </a:lnTo>
                <a:cubicBezTo>
                  <a:pt x="2326401" y="0"/>
                  <a:pt x="2332029" y="2331"/>
                  <a:pt x="2336178" y="6481"/>
                </a:cubicBezTo>
                <a:cubicBezTo>
                  <a:pt x="2340327" y="10630"/>
                  <a:pt x="2342659" y="16258"/>
                  <a:pt x="2342659" y="22126"/>
                </a:cubicBezTo>
                <a:lnTo>
                  <a:pt x="2342659" y="835367"/>
                </a:lnTo>
                <a:cubicBezTo>
                  <a:pt x="2342659" y="841235"/>
                  <a:pt x="2340327" y="846862"/>
                  <a:pt x="2336178" y="851012"/>
                </a:cubicBezTo>
                <a:cubicBezTo>
                  <a:pt x="2332029" y="855161"/>
                  <a:pt x="2326401" y="857492"/>
                  <a:pt x="2320533" y="857492"/>
                </a:cubicBezTo>
                <a:lnTo>
                  <a:pt x="22126" y="857492"/>
                </a:lnTo>
                <a:cubicBezTo>
                  <a:pt x="16258" y="857492"/>
                  <a:pt x="10630" y="855161"/>
                  <a:pt x="6481" y="851012"/>
                </a:cubicBezTo>
                <a:cubicBezTo>
                  <a:pt x="2331" y="846862"/>
                  <a:pt x="0" y="841235"/>
                  <a:pt x="0" y="835367"/>
                </a:cubicBezTo>
                <a:lnTo>
                  <a:pt x="0" y="22126"/>
                </a:lnTo>
                <a:cubicBezTo>
                  <a:pt x="0" y="16258"/>
                  <a:pt x="2331" y="10630"/>
                  <a:pt x="6481" y="6481"/>
                </a:cubicBezTo>
                <a:cubicBezTo>
                  <a:pt x="10630" y="2331"/>
                  <a:pt x="16258" y="0"/>
                  <a:pt x="22126" y="0"/>
                </a:cubicBez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E5E1DA"/>
            </a:solidFill>
            <a:prstDash val="solid"/>
            <a:miter/>
          </a:ln>
        </p:spPr>
      </p:sp>
      <p:sp>
        <p:nvSpPr>
          <p:cNvPr id="13" name="Freeform 15">
            <a:extLst>
              <a:ext uri="{FF2B5EF4-FFF2-40B4-BE49-F238E27FC236}">
                <a16:creationId xmlns:a16="http://schemas.microsoft.com/office/drawing/2014/main" id="{DACF89BA-6442-7973-4E48-D059DC64DF85}"/>
              </a:ext>
            </a:extLst>
          </p:cNvPr>
          <p:cNvSpPr/>
          <p:nvPr/>
        </p:nvSpPr>
        <p:spPr>
          <a:xfrm>
            <a:off x="9689299" y="3862736"/>
            <a:ext cx="6998061" cy="2561527"/>
          </a:xfrm>
          <a:custGeom>
            <a:avLst/>
            <a:gdLst/>
            <a:ahLst/>
            <a:cxnLst/>
            <a:rect l="l" t="t" r="r" b="b"/>
            <a:pathLst>
              <a:path w="2342659" h="857492">
                <a:moveTo>
                  <a:pt x="22126" y="0"/>
                </a:moveTo>
                <a:lnTo>
                  <a:pt x="2320533" y="0"/>
                </a:lnTo>
                <a:cubicBezTo>
                  <a:pt x="2326401" y="0"/>
                  <a:pt x="2332029" y="2331"/>
                  <a:pt x="2336178" y="6481"/>
                </a:cubicBezTo>
                <a:cubicBezTo>
                  <a:pt x="2340327" y="10630"/>
                  <a:pt x="2342659" y="16258"/>
                  <a:pt x="2342659" y="22126"/>
                </a:cubicBezTo>
                <a:lnTo>
                  <a:pt x="2342659" y="835367"/>
                </a:lnTo>
                <a:cubicBezTo>
                  <a:pt x="2342659" y="841235"/>
                  <a:pt x="2340327" y="846862"/>
                  <a:pt x="2336178" y="851012"/>
                </a:cubicBezTo>
                <a:cubicBezTo>
                  <a:pt x="2332029" y="855161"/>
                  <a:pt x="2326401" y="857492"/>
                  <a:pt x="2320533" y="857492"/>
                </a:cubicBezTo>
                <a:lnTo>
                  <a:pt x="22126" y="857492"/>
                </a:lnTo>
                <a:cubicBezTo>
                  <a:pt x="16258" y="857492"/>
                  <a:pt x="10630" y="855161"/>
                  <a:pt x="6481" y="851012"/>
                </a:cubicBezTo>
                <a:cubicBezTo>
                  <a:pt x="2331" y="846862"/>
                  <a:pt x="0" y="841235"/>
                  <a:pt x="0" y="835367"/>
                </a:cubicBezTo>
                <a:lnTo>
                  <a:pt x="0" y="22126"/>
                </a:lnTo>
                <a:cubicBezTo>
                  <a:pt x="0" y="16258"/>
                  <a:pt x="2331" y="10630"/>
                  <a:pt x="6481" y="6481"/>
                </a:cubicBezTo>
                <a:cubicBezTo>
                  <a:pt x="10630" y="2331"/>
                  <a:pt x="16258" y="0"/>
                  <a:pt x="22126" y="0"/>
                </a:cubicBez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E5E1DA"/>
            </a:solidFill>
            <a:prstDash val="solid"/>
            <a:miter/>
          </a:ln>
        </p:spPr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B1D8AD38-84FD-9D23-2251-6651BAEAE349}"/>
              </a:ext>
            </a:extLst>
          </p:cNvPr>
          <p:cNvSpPr/>
          <p:nvPr/>
        </p:nvSpPr>
        <p:spPr>
          <a:xfrm>
            <a:off x="9689299" y="6557614"/>
            <a:ext cx="6998061" cy="2561527"/>
          </a:xfrm>
          <a:custGeom>
            <a:avLst/>
            <a:gdLst/>
            <a:ahLst/>
            <a:cxnLst/>
            <a:rect l="l" t="t" r="r" b="b"/>
            <a:pathLst>
              <a:path w="2342659" h="857492">
                <a:moveTo>
                  <a:pt x="22126" y="0"/>
                </a:moveTo>
                <a:lnTo>
                  <a:pt x="2320533" y="0"/>
                </a:lnTo>
                <a:cubicBezTo>
                  <a:pt x="2326401" y="0"/>
                  <a:pt x="2332029" y="2331"/>
                  <a:pt x="2336178" y="6481"/>
                </a:cubicBezTo>
                <a:cubicBezTo>
                  <a:pt x="2340327" y="10630"/>
                  <a:pt x="2342659" y="16258"/>
                  <a:pt x="2342659" y="22126"/>
                </a:cubicBezTo>
                <a:lnTo>
                  <a:pt x="2342659" y="835367"/>
                </a:lnTo>
                <a:cubicBezTo>
                  <a:pt x="2342659" y="841235"/>
                  <a:pt x="2340327" y="846862"/>
                  <a:pt x="2336178" y="851012"/>
                </a:cubicBezTo>
                <a:cubicBezTo>
                  <a:pt x="2332029" y="855161"/>
                  <a:pt x="2326401" y="857492"/>
                  <a:pt x="2320533" y="857492"/>
                </a:cubicBezTo>
                <a:lnTo>
                  <a:pt x="22126" y="857492"/>
                </a:lnTo>
                <a:cubicBezTo>
                  <a:pt x="16258" y="857492"/>
                  <a:pt x="10630" y="855161"/>
                  <a:pt x="6481" y="851012"/>
                </a:cubicBezTo>
                <a:cubicBezTo>
                  <a:pt x="2331" y="846862"/>
                  <a:pt x="0" y="841235"/>
                  <a:pt x="0" y="835367"/>
                </a:cubicBezTo>
                <a:lnTo>
                  <a:pt x="0" y="22126"/>
                </a:lnTo>
                <a:cubicBezTo>
                  <a:pt x="0" y="16258"/>
                  <a:pt x="2331" y="10630"/>
                  <a:pt x="6481" y="6481"/>
                </a:cubicBezTo>
                <a:cubicBezTo>
                  <a:pt x="10630" y="2331"/>
                  <a:pt x="16258" y="0"/>
                  <a:pt x="22126" y="0"/>
                </a:cubicBez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E5E1DA"/>
            </a:solidFill>
            <a:prstDash val="solid"/>
            <a:miter/>
          </a:ln>
        </p:spPr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4DC714C0-AB61-AB7C-65CC-B76AD69FD845}"/>
              </a:ext>
            </a:extLst>
          </p:cNvPr>
          <p:cNvSpPr txBox="1"/>
          <p:nvPr/>
        </p:nvSpPr>
        <p:spPr>
          <a:xfrm>
            <a:off x="1933083" y="2518895"/>
            <a:ext cx="7025087" cy="95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4000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rPr>
              <a:t>Digital Dictionary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5E8E3554-85C2-B36C-27F6-0E92C932A7CA}"/>
              </a:ext>
            </a:extLst>
          </p:cNvPr>
          <p:cNvSpPr txBox="1"/>
          <p:nvPr/>
        </p:nvSpPr>
        <p:spPr>
          <a:xfrm>
            <a:off x="2384878" y="4533900"/>
            <a:ext cx="6121496" cy="1704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699"/>
              </a:lnSpc>
              <a:spcBef>
                <a:spcPct val="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is a dynamic, user-friendly Visual Dictionary web app built with Django. It integrates meanings, usage, pronunciation, synonyms, antonyms, and images in one platform, with features like history and bookmarks to enhance vocabulary learning.</a:t>
            </a:r>
            <a:endParaRPr lang="en-US" sz="1600" u="none" spc="119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AA7FD004-22BE-9A17-2BE1-FA17DAFEF8ED}"/>
              </a:ext>
            </a:extLst>
          </p:cNvPr>
          <p:cNvSpPr txBox="1"/>
          <p:nvPr/>
        </p:nvSpPr>
        <p:spPr>
          <a:xfrm>
            <a:off x="9837581" y="2109753"/>
            <a:ext cx="1578953" cy="8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4000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01.</a:t>
            </a:r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C3B639EC-0170-0AF0-7614-CFB4A784218A}"/>
              </a:ext>
            </a:extLst>
          </p:cNvPr>
          <p:cNvSpPr txBox="1"/>
          <p:nvPr/>
        </p:nvSpPr>
        <p:spPr>
          <a:xfrm>
            <a:off x="9837581" y="4876843"/>
            <a:ext cx="1578953" cy="8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400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02.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602EEDE2-0BA3-3E16-C8F4-58524397371B}"/>
              </a:ext>
            </a:extLst>
          </p:cNvPr>
          <p:cNvSpPr txBox="1"/>
          <p:nvPr/>
        </p:nvSpPr>
        <p:spPr>
          <a:xfrm>
            <a:off x="9837581" y="7373166"/>
            <a:ext cx="1578953" cy="8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400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03.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617A3362-53FA-54BC-7E6B-E5E0C000BE28}"/>
              </a:ext>
            </a:extLst>
          </p:cNvPr>
          <p:cNvSpPr txBox="1"/>
          <p:nvPr/>
        </p:nvSpPr>
        <p:spPr>
          <a:xfrm>
            <a:off x="11416534" y="2438241"/>
            <a:ext cx="5270826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</a:p>
          <a:p>
            <a:pPr lvl="0" algn="just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endParaRPr lang="en-US" u="none" spc="22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CFB96D5C-A2B0-E6C0-B812-E2C03EC23280}"/>
              </a:ext>
            </a:extLst>
          </p:cNvPr>
          <p:cNvSpPr txBox="1"/>
          <p:nvPr/>
        </p:nvSpPr>
        <p:spPr>
          <a:xfrm>
            <a:off x="11416534" y="5268240"/>
            <a:ext cx="413212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Features</a:t>
            </a:r>
            <a:endParaRPr lang="en-US" b="1" u="none" spc="22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F5D077E2-C1C9-9367-073D-6CF2B5AC9F78}"/>
              </a:ext>
            </a:extLst>
          </p:cNvPr>
          <p:cNvSpPr txBox="1"/>
          <p:nvPr/>
        </p:nvSpPr>
        <p:spPr>
          <a:xfrm>
            <a:off x="11416534" y="7656399"/>
            <a:ext cx="4132127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</a:p>
          <a:p>
            <a:pPr lvl="0" algn="just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b="1" u="none" spc="22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20B583-652C-8ACC-577D-79487590CB12}"/>
              </a:ext>
            </a:extLst>
          </p:cNvPr>
          <p:cNvCxnSpPr/>
          <p:nvPr/>
        </p:nvCxnSpPr>
        <p:spPr>
          <a:xfrm>
            <a:off x="9448800" y="571500"/>
            <a:ext cx="0" cy="9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7">
            <a:extLst>
              <a:ext uri="{FF2B5EF4-FFF2-40B4-BE49-F238E27FC236}">
                <a16:creationId xmlns:a16="http://schemas.microsoft.com/office/drawing/2014/main" id="{2F358267-44D5-A396-EF7F-10F8B173BC59}"/>
              </a:ext>
            </a:extLst>
          </p:cNvPr>
          <p:cNvSpPr/>
          <p:nvPr/>
        </p:nvSpPr>
        <p:spPr>
          <a:xfrm>
            <a:off x="990600" y="8903074"/>
            <a:ext cx="415317" cy="415317"/>
          </a:xfrm>
          <a:custGeom>
            <a:avLst/>
            <a:gdLst/>
            <a:ahLst/>
            <a:cxnLst/>
            <a:rect l="l" t="t" r="r" b="b"/>
            <a:pathLst>
              <a:path w="415317" h="415317">
                <a:moveTo>
                  <a:pt x="0" y="0"/>
                </a:moveTo>
                <a:lnTo>
                  <a:pt x="415317" y="0"/>
                </a:lnTo>
                <a:lnTo>
                  <a:pt x="415317" y="415317"/>
                </a:lnTo>
                <a:lnTo>
                  <a:pt x="0" y="415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B049AE6-02C4-A922-6D10-14E0E79F91E3}"/>
              </a:ext>
            </a:extLst>
          </p:cNvPr>
          <p:cNvSpPr txBox="1"/>
          <p:nvPr/>
        </p:nvSpPr>
        <p:spPr>
          <a:xfrm>
            <a:off x="1602695" y="8903074"/>
            <a:ext cx="5018539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  <a:spcBef>
                <a:spcPct val="0"/>
              </a:spcBef>
            </a:pPr>
            <a:r>
              <a:rPr lang="en-US" dirty="0"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</a:t>
            </a:r>
            <a:endParaRPr lang="en-US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55281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7D4DAD6B-7DD9-90DC-F37C-5CDEC1BFB525}"/>
              </a:ext>
            </a:extLst>
          </p:cNvPr>
          <p:cNvSpPr/>
          <p:nvPr/>
        </p:nvSpPr>
        <p:spPr>
          <a:xfrm rot="6626729" flipH="1">
            <a:off x="2316900" y="157115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C54FC5F2-2948-493D-5194-5A016050B646}"/>
              </a:ext>
            </a:extLst>
          </p:cNvPr>
          <p:cNvGrpSpPr/>
          <p:nvPr/>
        </p:nvGrpSpPr>
        <p:grpSpPr>
          <a:xfrm>
            <a:off x="1028700" y="925660"/>
            <a:ext cx="16230600" cy="8336048"/>
            <a:chOff x="0" y="-132843"/>
            <a:chExt cx="21640800" cy="11114731"/>
          </a:xfrm>
        </p:grpSpPr>
        <p:grpSp>
          <p:nvGrpSpPr>
            <p:cNvPr id="4" name="Group 11">
              <a:extLst>
                <a:ext uri="{FF2B5EF4-FFF2-40B4-BE49-F238E27FC236}">
                  <a16:creationId xmlns:a16="http://schemas.microsoft.com/office/drawing/2014/main" id="{60D9C39A-DFA8-2AB0-DA46-FDE7D8A61402}"/>
                </a:ext>
              </a:extLst>
            </p:cNvPr>
            <p:cNvGrpSpPr/>
            <p:nvPr/>
          </p:nvGrpSpPr>
          <p:grpSpPr>
            <a:xfrm>
              <a:off x="0" y="-132843"/>
              <a:ext cx="7449652" cy="3687950"/>
              <a:chOff x="0" y="-38100"/>
              <a:chExt cx="2065940" cy="1022743"/>
            </a:xfrm>
          </p:grpSpPr>
          <p:sp>
            <p:nvSpPr>
              <p:cNvPr id="27" name="Freeform 12">
                <a:extLst>
                  <a:ext uri="{FF2B5EF4-FFF2-40B4-BE49-F238E27FC236}">
                    <a16:creationId xmlns:a16="http://schemas.microsoft.com/office/drawing/2014/main" id="{15B29B13-A00B-BF04-07DD-2FA787997555}"/>
                  </a:ext>
                </a:extLst>
              </p:cNvPr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28" name="TextBox 13">
                <a:extLst>
                  <a:ext uri="{FF2B5EF4-FFF2-40B4-BE49-F238E27FC236}">
                    <a16:creationId xmlns:a16="http://schemas.microsoft.com/office/drawing/2014/main" id="{03605042-543A-2E99-FED9-A9441FAAB5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" name="Group 14">
              <a:extLst>
                <a:ext uri="{FF2B5EF4-FFF2-40B4-BE49-F238E27FC236}">
                  <a16:creationId xmlns:a16="http://schemas.microsoft.com/office/drawing/2014/main" id="{FC5E72F9-F877-638A-AFDC-2EB2499FD291}"/>
                </a:ext>
              </a:extLst>
            </p:cNvPr>
            <p:cNvGrpSpPr/>
            <p:nvPr/>
          </p:nvGrpSpPr>
          <p:grpSpPr>
            <a:xfrm>
              <a:off x="0" y="3715663"/>
              <a:ext cx="7449652" cy="3550563"/>
              <a:chOff x="0" y="0"/>
              <a:chExt cx="2065940" cy="984643"/>
            </a:xfrm>
          </p:grpSpPr>
          <p:sp>
            <p:nvSpPr>
              <p:cNvPr id="25" name="Freeform 15">
                <a:extLst>
                  <a:ext uri="{FF2B5EF4-FFF2-40B4-BE49-F238E27FC236}">
                    <a16:creationId xmlns:a16="http://schemas.microsoft.com/office/drawing/2014/main" id="{34677F65-3D93-170E-7EB0-C2495B473DF7}"/>
                  </a:ext>
                </a:extLst>
              </p:cNvPr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6" name="TextBox 16">
                <a:extLst>
                  <a:ext uri="{FF2B5EF4-FFF2-40B4-BE49-F238E27FC236}">
                    <a16:creationId xmlns:a16="http://schemas.microsoft.com/office/drawing/2014/main" id="{6E964201-280C-4186-0126-78C6C00ADA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17E41C95-50A1-201F-C65A-9A3D8F87784C}"/>
                </a:ext>
              </a:extLst>
            </p:cNvPr>
            <p:cNvGrpSpPr/>
            <p:nvPr/>
          </p:nvGrpSpPr>
          <p:grpSpPr>
            <a:xfrm>
              <a:off x="0" y="7431325"/>
              <a:ext cx="7449652" cy="3550563"/>
              <a:chOff x="0" y="0"/>
              <a:chExt cx="2065940" cy="984643"/>
            </a:xfrm>
          </p:grpSpPr>
          <p:sp>
            <p:nvSpPr>
              <p:cNvPr id="23" name="Freeform 18">
                <a:extLst>
                  <a:ext uri="{FF2B5EF4-FFF2-40B4-BE49-F238E27FC236}">
                    <a16:creationId xmlns:a16="http://schemas.microsoft.com/office/drawing/2014/main" id="{E2D69546-6C78-A77F-D58D-1BCB0E9F4B7E}"/>
                  </a:ext>
                </a:extLst>
              </p:cNvPr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4" name="TextBox 19">
                <a:extLst>
                  <a:ext uri="{FF2B5EF4-FFF2-40B4-BE49-F238E27FC236}">
                    <a16:creationId xmlns:a16="http://schemas.microsoft.com/office/drawing/2014/main" id="{148DCAA7-2C10-D2F8-DDA6-29E6334E05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20">
              <a:extLst>
                <a:ext uri="{FF2B5EF4-FFF2-40B4-BE49-F238E27FC236}">
                  <a16:creationId xmlns:a16="http://schemas.microsoft.com/office/drawing/2014/main" id="{80D2130A-3EBD-0FF8-5183-C5308426A0F0}"/>
                </a:ext>
              </a:extLst>
            </p:cNvPr>
            <p:cNvSpPr txBox="1"/>
            <p:nvPr/>
          </p:nvSpPr>
          <p:spPr>
            <a:xfrm>
              <a:off x="2730937" y="1502168"/>
              <a:ext cx="3755503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Rapid</a:t>
              </a:r>
              <a:r>
                <a: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Development</a:t>
              </a:r>
              <a:endParaRPr lang="en-US" sz="2800" b="1" u="none" strike="noStrike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8" name="TextBox 23">
              <a:extLst>
                <a:ext uri="{FF2B5EF4-FFF2-40B4-BE49-F238E27FC236}">
                  <a16:creationId xmlns:a16="http://schemas.microsoft.com/office/drawing/2014/main" id="{0FE96CE0-550F-8096-C775-B80308C9B3BD}"/>
                </a:ext>
              </a:extLst>
            </p:cNvPr>
            <p:cNvSpPr txBox="1"/>
            <p:nvPr/>
          </p:nvSpPr>
          <p:spPr>
            <a:xfrm>
              <a:off x="506537" y="172021"/>
              <a:ext cx="2112169" cy="2176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4000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01.</a:t>
              </a:r>
            </a:p>
          </p:txBody>
        </p:sp>
        <p:sp>
          <p:nvSpPr>
            <p:cNvPr id="9" name="TextBox 24">
              <a:extLst>
                <a:ext uri="{FF2B5EF4-FFF2-40B4-BE49-F238E27FC236}">
                  <a16:creationId xmlns:a16="http://schemas.microsoft.com/office/drawing/2014/main" id="{C25EFD0A-26DE-3A58-A1B5-16E0D85D8ABC}"/>
                </a:ext>
              </a:extLst>
            </p:cNvPr>
            <p:cNvSpPr txBox="1"/>
            <p:nvPr/>
          </p:nvSpPr>
          <p:spPr>
            <a:xfrm>
              <a:off x="506537" y="3753036"/>
              <a:ext cx="2577703" cy="2176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4000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02.</a:t>
              </a:r>
            </a:p>
          </p:txBody>
        </p:sp>
        <p:sp>
          <p:nvSpPr>
            <p:cNvPr id="10" name="TextBox 25">
              <a:extLst>
                <a:ext uri="{FF2B5EF4-FFF2-40B4-BE49-F238E27FC236}">
                  <a16:creationId xmlns:a16="http://schemas.microsoft.com/office/drawing/2014/main" id="{97FD28F9-2F1B-33ED-0C19-21A2065047F2}"/>
                </a:ext>
              </a:extLst>
            </p:cNvPr>
            <p:cNvSpPr txBox="1"/>
            <p:nvPr/>
          </p:nvSpPr>
          <p:spPr>
            <a:xfrm>
              <a:off x="398849" y="7426781"/>
              <a:ext cx="2651323" cy="2176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4000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03.</a:t>
              </a:r>
            </a:p>
          </p:txBody>
        </p:sp>
        <p:grpSp>
          <p:nvGrpSpPr>
            <p:cNvPr id="11" name="Group 26">
              <a:extLst>
                <a:ext uri="{FF2B5EF4-FFF2-40B4-BE49-F238E27FC236}">
                  <a16:creationId xmlns:a16="http://schemas.microsoft.com/office/drawing/2014/main" id="{6F1C34BB-66EB-28A8-B6C4-8D70CE8047A4}"/>
                </a:ext>
              </a:extLst>
            </p:cNvPr>
            <p:cNvGrpSpPr/>
            <p:nvPr/>
          </p:nvGrpSpPr>
          <p:grpSpPr>
            <a:xfrm>
              <a:off x="14191148" y="0"/>
              <a:ext cx="7449652" cy="3550563"/>
              <a:chOff x="0" y="0"/>
              <a:chExt cx="2065940" cy="984643"/>
            </a:xfrm>
          </p:grpSpPr>
          <p:sp>
            <p:nvSpPr>
              <p:cNvPr id="21" name="Freeform 27">
                <a:extLst>
                  <a:ext uri="{FF2B5EF4-FFF2-40B4-BE49-F238E27FC236}">
                    <a16:creationId xmlns:a16="http://schemas.microsoft.com/office/drawing/2014/main" id="{2E38623B-775D-F462-85A7-CE720596D524}"/>
                  </a:ext>
                </a:extLst>
              </p:cNvPr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2" name="TextBox 28">
                <a:extLst>
                  <a:ext uri="{FF2B5EF4-FFF2-40B4-BE49-F238E27FC236}">
                    <a16:creationId xmlns:a16="http://schemas.microsoft.com/office/drawing/2014/main" id="{BC20A15C-0728-2A9B-C2F0-58D82D5A8F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29">
              <a:extLst>
                <a:ext uri="{FF2B5EF4-FFF2-40B4-BE49-F238E27FC236}">
                  <a16:creationId xmlns:a16="http://schemas.microsoft.com/office/drawing/2014/main" id="{8225F547-B89E-E84D-CAC5-2B80CDBB43C7}"/>
                </a:ext>
              </a:extLst>
            </p:cNvPr>
            <p:cNvGrpSpPr/>
            <p:nvPr/>
          </p:nvGrpSpPr>
          <p:grpSpPr>
            <a:xfrm>
              <a:off x="14191148" y="3711119"/>
              <a:ext cx="7449652" cy="3550563"/>
              <a:chOff x="0" y="0"/>
              <a:chExt cx="2065940" cy="984643"/>
            </a:xfrm>
          </p:grpSpPr>
          <p:sp>
            <p:nvSpPr>
              <p:cNvPr id="19" name="Freeform 30">
                <a:extLst>
                  <a:ext uri="{FF2B5EF4-FFF2-40B4-BE49-F238E27FC236}">
                    <a16:creationId xmlns:a16="http://schemas.microsoft.com/office/drawing/2014/main" id="{AF3F7D95-47D9-A664-1BF1-D0708EE074DB}"/>
                  </a:ext>
                </a:extLst>
              </p:cNvPr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0" name="TextBox 31">
                <a:extLst>
                  <a:ext uri="{FF2B5EF4-FFF2-40B4-BE49-F238E27FC236}">
                    <a16:creationId xmlns:a16="http://schemas.microsoft.com/office/drawing/2014/main" id="{44580E45-4DA1-7AB3-98A5-395179539E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32">
              <a:extLst>
                <a:ext uri="{FF2B5EF4-FFF2-40B4-BE49-F238E27FC236}">
                  <a16:creationId xmlns:a16="http://schemas.microsoft.com/office/drawing/2014/main" id="{2EEEB9BF-0EBE-D66C-0409-3E8810D8DC67}"/>
                </a:ext>
              </a:extLst>
            </p:cNvPr>
            <p:cNvGrpSpPr/>
            <p:nvPr/>
          </p:nvGrpSpPr>
          <p:grpSpPr>
            <a:xfrm>
              <a:off x="14191148" y="7426781"/>
              <a:ext cx="7449652" cy="3550563"/>
              <a:chOff x="0" y="0"/>
              <a:chExt cx="2065940" cy="984643"/>
            </a:xfrm>
          </p:grpSpPr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3DADAA0C-5B23-4954-190C-E1849A297AC8}"/>
                  </a:ext>
                </a:extLst>
              </p:cNvPr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8" name="TextBox 34">
                <a:extLst>
                  <a:ext uri="{FF2B5EF4-FFF2-40B4-BE49-F238E27FC236}">
                    <a16:creationId xmlns:a16="http://schemas.microsoft.com/office/drawing/2014/main" id="{71FB94FA-A534-7A00-C48B-03AA9CF2A9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38">
              <a:extLst>
                <a:ext uri="{FF2B5EF4-FFF2-40B4-BE49-F238E27FC236}">
                  <a16:creationId xmlns:a16="http://schemas.microsoft.com/office/drawing/2014/main" id="{8BE4C297-2C7B-5A60-DC6D-8D03F4B0CF83}"/>
                </a:ext>
              </a:extLst>
            </p:cNvPr>
            <p:cNvSpPr txBox="1"/>
            <p:nvPr/>
          </p:nvSpPr>
          <p:spPr>
            <a:xfrm>
              <a:off x="14650608" y="131620"/>
              <a:ext cx="2728119" cy="21891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4000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04.</a:t>
              </a:r>
            </a:p>
          </p:txBody>
        </p:sp>
        <p:sp>
          <p:nvSpPr>
            <p:cNvPr id="15" name="TextBox 39">
              <a:extLst>
                <a:ext uri="{FF2B5EF4-FFF2-40B4-BE49-F238E27FC236}">
                  <a16:creationId xmlns:a16="http://schemas.microsoft.com/office/drawing/2014/main" id="{BC42A78F-8BC2-4B7F-CFE6-203B774B1A3B}"/>
                </a:ext>
              </a:extLst>
            </p:cNvPr>
            <p:cNvSpPr txBox="1"/>
            <p:nvPr/>
          </p:nvSpPr>
          <p:spPr>
            <a:xfrm>
              <a:off x="14697903" y="3747392"/>
              <a:ext cx="2633861" cy="2170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4000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05.</a:t>
              </a:r>
            </a:p>
          </p:txBody>
        </p:sp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A644D6B-8539-9705-20FE-ACCF85F75280}"/>
                </a:ext>
              </a:extLst>
            </p:cNvPr>
            <p:cNvSpPr txBox="1"/>
            <p:nvPr/>
          </p:nvSpPr>
          <p:spPr>
            <a:xfrm>
              <a:off x="14650608" y="7426781"/>
              <a:ext cx="2715023" cy="21891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4000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06.</a:t>
              </a:r>
            </a:p>
          </p:txBody>
        </p:sp>
      </p:grpSp>
      <p:sp>
        <p:nvSpPr>
          <p:cNvPr id="29" name="TextBox 20">
            <a:extLst>
              <a:ext uri="{FF2B5EF4-FFF2-40B4-BE49-F238E27FC236}">
                <a16:creationId xmlns:a16="http://schemas.microsoft.com/office/drawing/2014/main" id="{91DF3F47-B2B3-1B08-0195-D502EE1663ED}"/>
              </a:ext>
            </a:extLst>
          </p:cNvPr>
          <p:cNvSpPr txBox="1"/>
          <p:nvPr/>
        </p:nvSpPr>
        <p:spPr>
          <a:xfrm>
            <a:off x="3076903" y="5016841"/>
            <a:ext cx="3069564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User Authentication</a:t>
            </a:r>
            <a:endParaRPr lang="en-US" sz="1600" b="1" u="none" strike="noStrike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8F77752-CBAC-4DB4-EA34-7E89902A4876}"/>
              </a:ext>
            </a:extLst>
          </p:cNvPr>
          <p:cNvSpPr txBox="1"/>
          <p:nvPr/>
        </p:nvSpPr>
        <p:spPr>
          <a:xfrm>
            <a:off x="3076903" y="7788339"/>
            <a:ext cx="281662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Admin Panel</a:t>
            </a:r>
            <a:endParaRPr lang="en-US" sz="1600" b="1" u="none" strike="noStrike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B55BA4FF-87EA-98D4-96C5-C6124C20ABEC}"/>
              </a:ext>
            </a:extLst>
          </p:cNvPr>
          <p:cNvSpPr txBox="1"/>
          <p:nvPr/>
        </p:nvSpPr>
        <p:spPr>
          <a:xfrm>
            <a:off x="14027523" y="2356753"/>
            <a:ext cx="281662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 Support</a:t>
            </a:r>
            <a:endParaRPr lang="en-US" sz="1600" b="1" u="none" strike="noStrike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3AA4871E-495F-BA3A-41F4-BAA8EBA3A1B4}"/>
              </a:ext>
            </a:extLst>
          </p:cNvPr>
          <p:cNvSpPr txBox="1"/>
          <p:nvPr/>
        </p:nvSpPr>
        <p:spPr>
          <a:xfrm>
            <a:off x="14086790" y="5016840"/>
            <a:ext cx="281662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 Friendly</a:t>
            </a:r>
            <a:endParaRPr lang="en-US" sz="1600" b="1" u="none" strike="noStrike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AB086858-13E9-F6EC-D452-2D6001F0A79F}"/>
              </a:ext>
            </a:extLst>
          </p:cNvPr>
          <p:cNvSpPr txBox="1"/>
          <p:nvPr/>
        </p:nvSpPr>
        <p:spPr>
          <a:xfrm>
            <a:off x="14052923" y="7736819"/>
            <a:ext cx="281662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Scalability</a:t>
            </a:r>
            <a:endParaRPr lang="en-US" sz="1600" b="1" u="none" strike="noStrike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grpSp>
        <p:nvGrpSpPr>
          <p:cNvPr id="48" name="Group 3">
            <a:extLst>
              <a:ext uri="{FF2B5EF4-FFF2-40B4-BE49-F238E27FC236}">
                <a16:creationId xmlns:a16="http://schemas.microsoft.com/office/drawing/2014/main" id="{282678F2-92BB-BFF4-D252-E900FD0A340F}"/>
              </a:ext>
            </a:extLst>
          </p:cNvPr>
          <p:cNvGrpSpPr/>
          <p:nvPr/>
        </p:nvGrpSpPr>
        <p:grpSpPr>
          <a:xfrm>
            <a:off x="6977889" y="2324100"/>
            <a:ext cx="4332221" cy="4760696"/>
            <a:chOff x="22955" y="30777"/>
            <a:chExt cx="5730015" cy="6086419"/>
          </a:xfrm>
          <a:solidFill>
            <a:schemeClr val="bg1"/>
          </a:solidFill>
        </p:grpSpPr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B0A53BC7-ED1C-5DB4-9A63-74B2B188C510}"/>
                </a:ext>
              </a:extLst>
            </p:cNvPr>
            <p:cNvSpPr/>
            <p:nvPr/>
          </p:nvSpPr>
          <p:spPr>
            <a:xfrm rot="-7900054">
              <a:off x="402458" y="402817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1" y="0"/>
                  </a:lnTo>
                  <a:lnTo>
                    <a:pt x="1350641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6B339CD6-DF0F-D12D-5B2F-6D9B3D3C160E}"/>
                </a:ext>
              </a:extLst>
            </p:cNvPr>
            <p:cNvSpPr/>
            <p:nvPr/>
          </p:nvSpPr>
          <p:spPr>
            <a:xfrm rot="-2700000">
              <a:off x="3960453" y="418109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AEEC3A42-BE68-FA47-E255-E263EA2A241A}"/>
                </a:ext>
              </a:extLst>
            </p:cNvPr>
            <p:cNvSpPr/>
            <p:nvPr/>
          </p:nvSpPr>
          <p:spPr>
            <a:xfrm rot="3209977">
              <a:off x="4029166" y="5138594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BAA03A7-9B42-13E5-B167-A4E0785741FC}"/>
                </a:ext>
              </a:extLst>
            </p:cNvPr>
            <p:cNvSpPr/>
            <p:nvPr/>
          </p:nvSpPr>
          <p:spPr>
            <a:xfrm rot="7866361">
              <a:off x="377227" y="5106418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  <p:sp>
          <p:nvSpPr>
            <p:cNvPr id="53" name="TextBox 8">
              <a:extLst>
                <a:ext uri="{FF2B5EF4-FFF2-40B4-BE49-F238E27FC236}">
                  <a16:creationId xmlns:a16="http://schemas.microsoft.com/office/drawing/2014/main" id="{F21975BD-1A26-40FD-6F7A-54AF5CF1E6E0}"/>
                </a:ext>
              </a:extLst>
            </p:cNvPr>
            <p:cNvSpPr txBox="1"/>
            <p:nvPr/>
          </p:nvSpPr>
          <p:spPr>
            <a:xfrm>
              <a:off x="22955" y="2538200"/>
              <a:ext cx="5730015" cy="11392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7760"/>
                </a:lnSpc>
                <a:spcBef>
                  <a:spcPct val="0"/>
                </a:spcBef>
              </a:pPr>
              <a:r>
                <a:rPr lang="en-GB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Why Django?</a:t>
              </a:r>
              <a:endParaRPr lang="en-US" sz="40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87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3DA69AD5-6ED1-E23F-1FA4-75087ABDB440}"/>
              </a:ext>
            </a:extLst>
          </p:cNvPr>
          <p:cNvSpPr/>
          <p:nvPr/>
        </p:nvSpPr>
        <p:spPr>
          <a:xfrm rot="6626729" flipH="1">
            <a:off x="-5081945" y="-526518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90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90" y="8822969"/>
                </a:lnTo>
                <a:lnTo>
                  <a:pt x="1222129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03E1816-359B-DFA2-9007-4DDE6BD6440D}"/>
              </a:ext>
            </a:extLst>
          </p:cNvPr>
          <p:cNvGrpSpPr/>
          <p:nvPr/>
        </p:nvGrpSpPr>
        <p:grpSpPr>
          <a:xfrm>
            <a:off x="1248037" y="1228568"/>
            <a:ext cx="14436172" cy="7668096"/>
            <a:chOff x="0" y="0"/>
            <a:chExt cx="19248229" cy="10224128"/>
          </a:xfrm>
          <a:solidFill>
            <a:schemeClr val="bg1"/>
          </a:solidFill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64B5F8E8-A752-16BA-6497-C98B15AB20A3}"/>
                </a:ext>
              </a:extLst>
            </p:cNvPr>
            <p:cNvGrpSpPr/>
            <p:nvPr/>
          </p:nvGrpSpPr>
          <p:grpSpPr>
            <a:xfrm>
              <a:off x="0" y="0"/>
              <a:ext cx="9061375" cy="4745688"/>
              <a:chOff x="0" y="0"/>
              <a:chExt cx="1414679" cy="740906"/>
            </a:xfrm>
            <a:grpFill/>
          </p:grpSpPr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CA6AF8CF-B9C7-868E-1603-5A2860509440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32" name="TextBox 7">
                <a:extLst>
                  <a:ext uri="{FF2B5EF4-FFF2-40B4-BE49-F238E27FC236}">
                    <a16:creationId xmlns:a16="http://schemas.microsoft.com/office/drawing/2014/main" id="{FC94BA61-EFDE-0415-A2FF-1714ECD97E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 b="1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742C49F2-97D8-5096-AB3D-79CC0834D662}"/>
                </a:ext>
              </a:extLst>
            </p:cNvPr>
            <p:cNvGrpSpPr/>
            <p:nvPr/>
          </p:nvGrpSpPr>
          <p:grpSpPr>
            <a:xfrm>
              <a:off x="0" y="5478440"/>
              <a:ext cx="9061375" cy="4745688"/>
              <a:chOff x="0" y="0"/>
              <a:chExt cx="1414679" cy="740906"/>
            </a:xfrm>
            <a:grpFill/>
          </p:grpSpPr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D28B4A6-45AF-BEF5-A505-B3DB19FF9310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30" name="TextBox 10">
                <a:extLst>
                  <a:ext uri="{FF2B5EF4-FFF2-40B4-BE49-F238E27FC236}">
                    <a16:creationId xmlns:a16="http://schemas.microsoft.com/office/drawing/2014/main" id="{86A8638A-5D02-6672-8D58-445CE1AA0A9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 b="1" dirty="0"/>
              </a:p>
            </p:txBody>
          </p:sp>
        </p:grpSp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id="{39FB4AC1-43BB-1EBD-1AE5-07620CB8104E}"/>
                </a:ext>
              </a:extLst>
            </p:cNvPr>
            <p:cNvGrpSpPr/>
            <p:nvPr/>
          </p:nvGrpSpPr>
          <p:grpSpPr>
            <a:xfrm>
              <a:off x="10186854" y="0"/>
              <a:ext cx="9061375" cy="4745688"/>
              <a:chOff x="0" y="0"/>
              <a:chExt cx="1414679" cy="740906"/>
            </a:xfrm>
            <a:grpFill/>
          </p:grpSpPr>
          <p:sp>
            <p:nvSpPr>
              <p:cNvPr id="27" name="Freeform 12">
                <a:extLst>
                  <a:ext uri="{FF2B5EF4-FFF2-40B4-BE49-F238E27FC236}">
                    <a16:creationId xmlns:a16="http://schemas.microsoft.com/office/drawing/2014/main" id="{B70852B9-B925-F0E5-650D-5B4818BDAA96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8" name="TextBox 13">
                <a:extLst>
                  <a:ext uri="{FF2B5EF4-FFF2-40B4-BE49-F238E27FC236}">
                    <a16:creationId xmlns:a16="http://schemas.microsoft.com/office/drawing/2014/main" id="{04997C22-CB1E-CC28-BCA5-F3C5F5A188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 b="1"/>
              </a:p>
            </p:txBody>
          </p:sp>
        </p:grpSp>
        <p:grpSp>
          <p:nvGrpSpPr>
            <p:cNvPr id="7" name="Group 14">
              <a:extLst>
                <a:ext uri="{FF2B5EF4-FFF2-40B4-BE49-F238E27FC236}">
                  <a16:creationId xmlns:a16="http://schemas.microsoft.com/office/drawing/2014/main" id="{2ED36C3E-6110-80A1-F178-BF870EBEA3A3}"/>
                </a:ext>
              </a:extLst>
            </p:cNvPr>
            <p:cNvGrpSpPr/>
            <p:nvPr/>
          </p:nvGrpSpPr>
          <p:grpSpPr>
            <a:xfrm>
              <a:off x="10186854" y="5478440"/>
              <a:ext cx="9061375" cy="4745688"/>
              <a:chOff x="0" y="0"/>
              <a:chExt cx="1414679" cy="740906"/>
            </a:xfrm>
            <a:grpFill/>
          </p:grpSpPr>
          <p:sp>
            <p:nvSpPr>
              <p:cNvPr id="25" name="Freeform 15">
                <a:extLst>
                  <a:ext uri="{FF2B5EF4-FFF2-40B4-BE49-F238E27FC236}">
                    <a16:creationId xmlns:a16="http://schemas.microsoft.com/office/drawing/2014/main" id="{59222904-37DD-5766-24B8-AF321DA24C38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6" name="TextBox 16">
                <a:extLst>
                  <a:ext uri="{FF2B5EF4-FFF2-40B4-BE49-F238E27FC236}">
                    <a16:creationId xmlns:a16="http://schemas.microsoft.com/office/drawing/2014/main" id="{B944DF1A-A61C-FAF7-8866-F2E3D163FA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 b="1" dirty="0"/>
              </a:p>
            </p:txBody>
          </p:sp>
        </p:grpSp>
        <p:grpSp>
          <p:nvGrpSpPr>
            <p:cNvPr id="8" name="Group 17">
              <a:extLst>
                <a:ext uri="{FF2B5EF4-FFF2-40B4-BE49-F238E27FC236}">
                  <a16:creationId xmlns:a16="http://schemas.microsoft.com/office/drawing/2014/main" id="{CDFDF583-33A8-9A4D-2ED7-7A432711189D}"/>
                </a:ext>
              </a:extLst>
            </p:cNvPr>
            <p:cNvGrpSpPr/>
            <p:nvPr/>
          </p:nvGrpSpPr>
          <p:grpSpPr>
            <a:xfrm>
              <a:off x="0" y="0"/>
              <a:ext cx="9061375" cy="891648"/>
              <a:chOff x="0" y="0"/>
              <a:chExt cx="1414679" cy="139206"/>
            </a:xfrm>
            <a:grpFill/>
          </p:grpSpPr>
          <p:sp>
            <p:nvSpPr>
              <p:cNvPr id="23" name="Freeform 18">
                <a:extLst>
                  <a:ext uri="{FF2B5EF4-FFF2-40B4-BE49-F238E27FC236}">
                    <a16:creationId xmlns:a16="http://schemas.microsoft.com/office/drawing/2014/main" id="{9D4E162B-908F-0B16-C823-B1768CB589BD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grpFill/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4" name="TextBox 19">
                <a:extLst>
                  <a:ext uri="{FF2B5EF4-FFF2-40B4-BE49-F238E27FC236}">
                    <a16:creationId xmlns:a16="http://schemas.microsoft.com/office/drawing/2014/main" id="{60BB5911-6FAD-F3A4-89D6-87FD520978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b="1"/>
              </a:p>
            </p:txBody>
          </p:sp>
        </p:grpSp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B5340119-9FC6-D653-8554-98868AAC11CD}"/>
                </a:ext>
              </a:extLst>
            </p:cNvPr>
            <p:cNvGrpSpPr/>
            <p:nvPr/>
          </p:nvGrpSpPr>
          <p:grpSpPr>
            <a:xfrm>
              <a:off x="0" y="5478440"/>
              <a:ext cx="9061375" cy="891648"/>
              <a:chOff x="0" y="0"/>
              <a:chExt cx="1414679" cy="139206"/>
            </a:xfrm>
            <a:grpFill/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E4747DD1-F26D-D80F-8363-9CCCA0373EE3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grpFill/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2" name="TextBox 22">
                <a:extLst>
                  <a:ext uri="{FF2B5EF4-FFF2-40B4-BE49-F238E27FC236}">
                    <a16:creationId xmlns:a16="http://schemas.microsoft.com/office/drawing/2014/main" id="{D71179B3-46FD-4B64-3E1A-7CD759BF0B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b="1"/>
              </a:p>
            </p:txBody>
          </p:sp>
        </p:grpSp>
        <p:grpSp>
          <p:nvGrpSpPr>
            <p:cNvPr id="10" name="Group 23">
              <a:extLst>
                <a:ext uri="{FF2B5EF4-FFF2-40B4-BE49-F238E27FC236}">
                  <a16:creationId xmlns:a16="http://schemas.microsoft.com/office/drawing/2014/main" id="{3F92DBF6-D181-DF60-66F5-28CB8822E970}"/>
                </a:ext>
              </a:extLst>
            </p:cNvPr>
            <p:cNvGrpSpPr/>
            <p:nvPr/>
          </p:nvGrpSpPr>
          <p:grpSpPr>
            <a:xfrm>
              <a:off x="10186854" y="0"/>
              <a:ext cx="9061375" cy="891648"/>
              <a:chOff x="0" y="0"/>
              <a:chExt cx="1414679" cy="139206"/>
            </a:xfrm>
            <a:grpFill/>
          </p:grpSpPr>
          <p:sp>
            <p:nvSpPr>
              <p:cNvPr id="19" name="Freeform 24">
                <a:extLst>
                  <a:ext uri="{FF2B5EF4-FFF2-40B4-BE49-F238E27FC236}">
                    <a16:creationId xmlns:a16="http://schemas.microsoft.com/office/drawing/2014/main" id="{72D7FD6E-F9A2-1AF5-2A7E-57935EBE344B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grpFill/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0" name="TextBox 25">
                <a:extLst>
                  <a:ext uri="{FF2B5EF4-FFF2-40B4-BE49-F238E27FC236}">
                    <a16:creationId xmlns:a16="http://schemas.microsoft.com/office/drawing/2014/main" id="{AF9AB4B2-E21F-115B-910B-920977851E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b="1"/>
              </a:p>
            </p:txBody>
          </p:sp>
        </p:grpSp>
        <p:grpSp>
          <p:nvGrpSpPr>
            <p:cNvPr id="11" name="Group 26">
              <a:extLst>
                <a:ext uri="{FF2B5EF4-FFF2-40B4-BE49-F238E27FC236}">
                  <a16:creationId xmlns:a16="http://schemas.microsoft.com/office/drawing/2014/main" id="{C6E2E08C-E0EF-626D-7643-972758262A68}"/>
                </a:ext>
              </a:extLst>
            </p:cNvPr>
            <p:cNvGrpSpPr/>
            <p:nvPr/>
          </p:nvGrpSpPr>
          <p:grpSpPr>
            <a:xfrm>
              <a:off x="10186854" y="5478440"/>
              <a:ext cx="9061375" cy="891648"/>
              <a:chOff x="0" y="0"/>
              <a:chExt cx="1414679" cy="139206"/>
            </a:xfrm>
            <a:grpFill/>
          </p:grpSpPr>
          <p:sp>
            <p:nvSpPr>
              <p:cNvPr id="17" name="Freeform 27">
                <a:extLst>
                  <a:ext uri="{FF2B5EF4-FFF2-40B4-BE49-F238E27FC236}">
                    <a16:creationId xmlns:a16="http://schemas.microsoft.com/office/drawing/2014/main" id="{21562772-0E23-90B0-6ABE-226B8A57009E}"/>
                  </a:ext>
                </a:extLst>
              </p:cNvPr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grpFill/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8" name="TextBox 28">
                <a:extLst>
                  <a:ext uri="{FF2B5EF4-FFF2-40B4-BE49-F238E27FC236}">
                    <a16:creationId xmlns:a16="http://schemas.microsoft.com/office/drawing/2014/main" id="{44D10257-D274-2186-4EA3-AC528F89E4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b="1"/>
              </a:p>
            </p:txBody>
          </p:sp>
        </p:grpSp>
        <p:sp>
          <p:nvSpPr>
            <p:cNvPr id="12" name="TextBox 29">
              <a:extLst>
                <a:ext uri="{FF2B5EF4-FFF2-40B4-BE49-F238E27FC236}">
                  <a16:creationId xmlns:a16="http://schemas.microsoft.com/office/drawing/2014/main" id="{2FF92FDD-242B-E1EB-32C9-753F6D09AC8B}"/>
                </a:ext>
              </a:extLst>
            </p:cNvPr>
            <p:cNvSpPr txBox="1"/>
            <p:nvPr/>
          </p:nvSpPr>
          <p:spPr>
            <a:xfrm>
              <a:off x="570172" y="251099"/>
              <a:ext cx="8128979" cy="480901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4000" b="1" dirty="0">
                  <a:solidFill>
                    <a:srgbClr val="04001E"/>
                  </a:solidFill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Languages &amp; Frameworks</a:t>
              </a:r>
            </a:p>
          </p:txBody>
        </p:sp>
        <p:sp>
          <p:nvSpPr>
            <p:cNvPr id="13" name="TextBox 30">
              <a:extLst>
                <a:ext uri="{FF2B5EF4-FFF2-40B4-BE49-F238E27FC236}">
                  <a16:creationId xmlns:a16="http://schemas.microsoft.com/office/drawing/2014/main" id="{8CF3F76C-4D2F-BDB2-8E31-00D717442753}"/>
                </a:ext>
              </a:extLst>
            </p:cNvPr>
            <p:cNvSpPr txBox="1"/>
            <p:nvPr/>
          </p:nvSpPr>
          <p:spPr>
            <a:xfrm>
              <a:off x="10852860" y="251099"/>
              <a:ext cx="8128979" cy="496975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4000" b="1" dirty="0">
                  <a:solidFill>
                    <a:srgbClr val="04001E"/>
                  </a:solidFill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Database</a:t>
              </a:r>
            </a:p>
          </p:txBody>
        </p:sp>
        <p:sp>
          <p:nvSpPr>
            <p:cNvPr id="14" name="TextBox 31">
              <a:extLst>
                <a:ext uri="{FF2B5EF4-FFF2-40B4-BE49-F238E27FC236}">
                  <a16:creationId xmlns:a16="http://schemas.microsoft.com/office/drawing/2014/main" id="{FC0FDA0E-AEF5-3C72-94A5-F5F60A729ED4}"/>
                </a:ext>
              </a:extLst>
            </p:cNvPr>
            <p:cNvSpPr txBox="1"/>
            <p:nvPr/>
          </p:nvSpPr>
          <p:spPr>
            <a:xfrm>
              <a:off x="45156" y="5754459"/>
              <a:ext cx="9400747" cy="480901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4000" b="1" dirty="0">
                  <a:solidFill>
                    <a:srgbClr val="04001E"/>
                  </a:solidFill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Version Control &amp; Deployment</a:t>
              </a:r>
            </a:p>
          </p:txBody>
        </p:sp>
        <p:sp>
          <p:nvSpPr>
            <p:cNvPr id="15" name="TextBox 32">
              <a:extLst>
                <a:ext uri="{FF2B5EF4-FFF2-40B4-BE49-F238E27FC236}">
                  <a16:creationId xmlns:a16="http://schemas.microsoft.com/office/drawing/2014/main" id="{0C90771F-B67E-3C4A-44E7-71929458414E}"/>
                </a:ext>
              </a:extLst>
            </p:cNvPr>
            <p:cNvSpPr txBox="1"/>
            <p:nvPr/>
          </p:nvSpPr>
          <p:spPr>
            <a:xfrm>
              <a:off x="10852860" y="5719788"/>
              <a:ext cx="7734648" cy="480901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4000" b="1" dirty="0">
                  <a:solidFill>
                    <a:srgbClr val="04001E"/>
                  </a:solidFill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Third-Party Integrations</a:t>
              </a:r>
            </a:p>
          </p:txBody>
        </p: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9E5561E7-66B0-A184-640D-A18668F1D2D0}"/>
                </a:ext>
              </a:extLst>
            </p:cNvPr>
            <p:cNvSpPr txBox="1"/>
            <p:nvPr/>
          </p:nvSpPr>
          <p:spPr>
            <a:xfrm>
              <a:off x="570172" y="1512364"/>
              <a:ext cx="7442437" cy="3693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Python, Django, HTML, CSS, JS, Bootstrap</a:t>
              </a:r>
              <a:endParaRPr lang="en-US" b="1" u="none" spc="96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</p:grpSp>
      <p:sp>
        <p:nvSpPr>
          <p:cNvPr id="33" name="TextBox 33">
            <a:extLst>
              <a:ext uri="{FF2B5EF4-FFF2-40B4-BE49-F238E27FC236}">
                <a16:creationId xmlns:a16="http://schemas.microsoft.com/office/drawing/2014/main" id="{1C3EE238-19D8-1A62-D143-6BFABC768657}"/>
              </a:ext>
            </a:extLst>
          </p:cNvPr>
          <p:cNvSpPr txBox="1"/>
          <p:nvPr/>
        </p:nvSpPr>
        <p:spPr>
          <a:xfrm>
            <a:off x="9387682" y="6533073"/>
            <a:ext cx="558182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API (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model),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DictionaryAPI.dev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Pexels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API, Deep-translator</a:t>
            </a:r>
            <a:endParaRPr lang="en-US" b="1" u="none" spc="96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799833-B642-E654-DB71-977EF1027F45}"/>
              </a:ext>
            </a:extLst>
          </p:cNvPr>
          <p:cNvSpPr txBox="1"/>
          <p:nvPr/>
        </p:nvSpPr>
        <p:spPr>
          <a:xfrm>
            <a:off x="9396149" y="2357683"/>
            <a:ext cx="5581828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(dev), PostgreSQL (production)</a:t>
            </a:r>
            <a:endParaRPr lang="en-US" b="1" u="none" spc="96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37997DB1-2730-806A-055A-D5F7156AC674}"/>
              </a:ext>
            </a:extLst>
          </p:cNvPr>
          <p:cNvSpPr txBox="1"/>
          <p:nvPr/>
        </p:nvSpPr>
        <p:spPr>
          <a:xfrm>
            <a:off x="1675666" y="6533073"/>
            <a:ext cx="5581828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Git, GitHub, Render</a:t>
            </a:r>
            <a:endParaRPr lang="en-US" b="1" u="none" spc="96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1972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0E872F5B-E7FF-29A5-9AE2-0E9CF0EAA0AE}"/>
              </a:ext>
            </a:extLst>
          </p:cNvPr>
          <p:cNvSpPr txBox="1"/>
          <p:nvPr/>
        </p:nvSpPr>
        <p:spPr>
          <a:xfrm>
            <a:off x="2478093" y="728532"/>
            <a:ext cx="12783226" cy="95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4000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rPr>
              <a:t>Workflow Process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E2872C84-7AB5-1CD6-A26E-4AD5BDF10BFF}"/>
              </a:ext>
            </a:extLst>
          </p:cNvPr>
          <p:cNvGrpSpPr/>
          <p:nvPr/>
        </p:nvGrpSpPr>
        <p:grpSpPr>
          <a:xfrm>
            <a:off x="-886757" y="2061685"/>
            <a:ext cx="20061513" cy="1930487"/>
            <a:chOff x="0" y="0"/>
            <a:chExt cx="26748685" cy="2573983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ED68A680-DDB1-8BC6-962E-7E7E4F0C650D}"/>
                </a:ext>
              </a:extLst>
            </p:cNvPr>
            <p:cNvSpPr/>
            <p:nvPr/>
          </p:nvSpPr>
          <p:spPr>
            <a:xfrm>
              <a:off x="0" y="334704"/>
              <a:ext cx="26748685" cy="0"/>
            </a:xfrm>
            <a:prstGeom prst="line">
              <a:avLst/>
            </a:prstGeom>
            <a:ln w="38100" cap="flat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AC692B3D-35EF-7F65-9D29-B15AD4A17C5C}"/>
                </a:ext>
              </a:extLst>
            </p:cNvPr>
            <p:cNvGrpSpPr/>
            <p:nvPr/>
          </p:nvGrpSpPr>
          <p:grpSpPr>
            <a:xfrm>
              <a:off x="9089229" y="0"/>
              <a:ext cx="669408" cy="669408"/>
              <a:chOff x="0" y="0"/>
              <a:chExt cx="812800" cy="812800"/>
            </a:xfrm>
          </p:grpSpPr>
          <p:sp>
            <p:nvSpPr>
              <p:cNvPr id="23" name="Freeform 7">
                <a:extLst>
                  <a:ext uri="{FF2B5EF4-FFF2-40B4-BE49-F238E27FC236}">
                    <a16:creationId xmlns:a16="http://schemas.microsoft.com/office/drawing/2014/main" id="{C9039FB4-F359-BAE4-ADC4-D9A1CEEC727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8">
                <a:extLst>
                  <a:ext uri="{FF2B5EF4-FFF2-40B4-BE49-F238E27FC236}">
                    <a16:creationId xmlns:a16="http://schemas.microsoft.com/office/drawing/2014/main" id="{FF728E85-D45A-F247-9D2B-BCC92480CC68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B519880-8AA8-384C-5E0A-84A24F6A5470}"/>
                </a:ext>
              </a:extLst>
            </p:cNvPr>
            <p:cNvGrpSpPr/>
            <p:nvPr/>
          </p:nvGrpSpPr>
          <p:grpSpPr>
            <a:xfrm>
              <a:off x="4151764" y="0"/>
              <a:ext cx="669408" cy="669408"/>
              <a:chOff x="0" y="0"/>
              <a:chExt cx="812800" cy="812800"/>
            </a:xfrm>
          </p:grpSpPr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16148428-96FF-EFF7-18A5-E7CF1941AFE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11">
                <a:extLst>
                  <a:ext uri="{FF2B5EF4-FFF2-40B4-BE49-F238E27FC236}">
                    <a16:creationId xmlns:a16="http://schemas.microsoft.com/office/drawing/2014/main" id="{26A2F06C-9BF6-8CC6-9083-928D64C3ED26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CF76AD57-939F-9547-CC4F-8AD3EC160CE6}"/>
                </a:ext>
              </a:extLst>
            </p:cNvPr>
            <p:cNvGrpSpPr/>
            <p:nvPr/>
          </p:nvGrpSpPr>
          <p:grpSpPr>
            <a:xfrm>
              <a:off x="14053845" y="0"/>
              <a:ext cx="669408" cy="669408"/>
              <a:chOff x="0" y="0"/>
              <a:chExt cx="812800" cy="812800"/>
            </a:xfrm>
          </p:grpSpPr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D9BD4380-BC46-9404-E83F-1DCBD31DF2F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C395DD07-627D-117D-AAE1-0FFEDC132785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80A78F57-EAB3-F312-1B9C-5496E3875A33}"/>
                </a:ext>
              </a:extLst>
            </p:cNvPr>
            <p:cNvGrpSpPr/>
            <p:nvPr/>
          </p:nvGrpSpPr>
          <p:grpSpPr>
            <a:xfrm>
              <a:off x="19043861" y="0"/>
              <a:ext cx="669408" cy="669408"/>
              <a:chOff x="0" y="0"/>
              <a:chExt cx="812800" cy="812800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97969B00-75C5-62DF-78BD-7E4C6FFE2DE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27EAAC-C2A8-E359-7FC3-38F59430859D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80EE32F8-C401-41C8-9ECC-7E7DB44939C2}"/>
                </a:ext>
              </a:extLst>
            </p:cNvPr>
            <p:cNvSpPr txBox="1"/>
            <p:nvPr/>
          </p:nvSpPr>
          <p:spPr>
            <a:xfrm>
              <a:off x="4151764" y="1030769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01</a:t>
              </a:r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6F6A191F-4CCF-F2AA-15E8-A0067BF0F606}"/>
                </a:ext>
              </a:extLst>
            </p:cNvPr>
            <p:cNvSpPr txBox="1"/>
            <p:nvPr/>
          </p:nvSpPr>
          <p:spPr>
            <a:xfrm>
              <a:off x="9113632" y="1030769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02</a:t>
              </a:r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5524F408-561D-9FC2-5F9B-5DC89DEB0198}"/>
                </a:ext>
              </a:extLst>
            </p:cNvPr>
            <p:cNvSpPr txBox="1"/>
            <p:nvPr/>
          </p:nvSpPr>
          <p:spPr>
            <a:xfrm>
              <a:off x="4151764" y="2193879"/>
              <a:ext cx="3528656" cy="3801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40"/>
                </a:lnSpc>
              </a:pPr>
              <a:r>
                <a:rPr lang="en-US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User Search</a:t>
              </a:r>
            </a:p>
          </p:txBody>
        </p:sp>
        <p:sp>
          <p:nvSpPr>
            <p:cNvPr id="15" name="TextBox 22">
              <a:extLst>
                <a:ext uri="{FF2B5EF4-FFF2-40B4-BE49-F238E27FC236}">
                  <a16:creationId xmlns:a16="http://schemas.microsoft.com/office/drawing/2014/main" id="{48B2A397-4A80-2166-C653-380A40B923F9}"/>
                </a:ext>
              </a:extLst>
            </p:cNvPr>
            <p:cNvSpPr txBox="1"/>
            <p:nvPr/>
          </p:nvSpPr>
          <p:spPr>
            <a:xfrm>
              <a:off x="14078249" y="1030769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03</a:t>
              </a:r>
            </a:p>
          </p:txBody>
        </p:sp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3F4B2A51-E436-A93B-BF4E-7731AACC30BB}"/>
                </a:ext>
              </a:extLst>
            </p:cNvPr>
            <p:cNvSpPr txBox="1"/>
            <p:nvPr/>
          </p:nvSpPr>
          <p:spPr>
            <a:xfrm>
              <a:off x="19068263" y="1030769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04</a:t>
              </a:r>
            </a:p>
          </p:txBody>
        </p:sp>
      </p:grpSp>
      <p:sp>
        <p:nvSpPr>
          <p:cNvPr id="25" name="TextBox 20">
            <a:extLst>
              <a:ext uri="{FF2B5EF4-FFF2-40B4-BE49-F238E27FC236}">
                <a16:creationId xmlns:a16="http://schemas.microsoft.com/office/drawing/2014/main" id="{FD6FFD70-F189-2CA9-CFE8-707F01FAA1A9}"/>
              </a:ext>
            </a:extLst>
          </p:cNvPr>
          <p:cNvSpPr txBox="1"/>
          <p:nvPr/>
        </p:nvSpPr>
        <p:spPr>
          <a:xfrm>
            <a:off x="12965272" y="3770874"/>
            <a:ext cx="2646492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Display Results (Meaning, Image, Audio, etc.)</a:t>
            </a:r>
            <a:endParaRPr lang="en-US" b="1" dirty="0"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189857CE-9096-7400-D48D-9277DC21108A}"/>
              </a:ext>
            </a:extLst>
          </p:cNvPr>
          <p:cNvSpPr txBox="1"/>
          <p:nvPr/>
        </p:nvSpPr>
        <p:spPr>
          <a:xfrm>
            <a:off x="9102175" y="3741689"/>
            <a:ext cx="2646492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Fetch Data from DB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40DFFCE8-2FC6-701D-6873-D0BC849CE0ED}"/>
              </a:ext>
            </a:extLst>
          </p:cNvPr>
          <p:cNvSpPr txBox="1"/>
          <p:nvPr/>
        </p:nvSpPr>
        <p:spPr>
          <a:xfrm>
            <a:off x="5681554" y="3686078"/>
            <a:ext cx="2646492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Check Local Database ✅</a:t>
            </a:r>
          </a:p>
        </p:txBody>
      </p:sp>
      <p:grpSp>
        <p:nvGrpSpPr>
          <p:cNvPr id="28" name="Group 4">
            <a:extLst>
              <a:ext uri="{FF2B5EF4-FFF2-40B4-BE49-F238E27FC236}">
                <a16:creationId xmlns:a16="http://schemas.microsoft.com/office/drawing/2014/main" id="{3D34E4AF-7B8E-20F0-4137-F58658CE5D82}"/>
              </a:ext>
            </a:extLst>
          </p:cNvPr>
          <p:cNvGrpSpPr/>
          <p:nvPr/>
        </p:nvGrpSpPr>
        <p:grpSpPr>
          <a:xfrm>
            <a:off x="-807996" y="5927126"/>
            <a:ext cx="20061513" cy="4172466"/>
            <a:chOff x="0" y="20452"/>
            <a:chExt cx="26748685" cy="5563289"/>
          </a:xfrm>
        </p:grpSpPr>
        <p:sp>
          <p:nvSpPr>
            <p:cNvPr id="29" name="AutoShape 5">
              <a:extLst>
                <a:ext uri="{FF2B5EF4-FFF2-40B4-BE49-F238E27FC236}">
                  <a16:creationId xmlns:a16="http://schemas.microsoft.com/office/drawing/2014/main" id="{9C0D7F5A-81AF-4FA2-90CC-DA2EF0A4A80A}"/>
                </a:ext>
              </a:extLst>
            </p:cNvPr>
            <p:cNvSpPr/>
            <p:nvPr/>
          </p:nvSpPr>
          <p:spPr>
            <a:xfrm>
              <a:off x="0" y="334704"/>
              <a:ext cx="26748685" cy="0"/>
            </a:xfrm>
            <a:prstGeom prst="line">
              <a:avLst/>
            </a:prstGeom>
            <a:ln w="38100" cap="flat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0" name="Group 6">
              <a:extLst>
                <a:ext uri="{FF2B5EF4-FFF2-40B4-BE49-F238E27FC236}">
                  <a16:creationId xmlns:a16="http://schemas.microsoft.com/office/drawing/2014/main" id="{26C0D4AC-41D6-8A47-7399-CE6AD3BD46DD}"/>
                </a:ext>
              </a:extLst>
            </p:cNvPr>
            <p:cNvGrpSpPr/>
            <p:nvPr/>
          </p:nvGrpSpPr>
          <p:grpSpPr>
            <a:xfrm>
              <a:off x="4934268" y="24304"/>
              <a:ext cx="4667477" cy="669408"/>
              <a:chOff x="-5044984" y="29510"/>
              <a:chExt cx="5667284" cy="812800"/>
            </a:xfrm>
          </p:grpSpPr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4D55F0C6-05D2-6FCA-7897-D931C63A5A7D}"/>
                  </a:ext>
                </a:extLst>
              </p:cNvPr>
              <p:cNvSpPr/>
              <p:nvPr/>
            </p:nvSpPr>
            <p:spPr>
              <a:xfrm>
                <a:off x="-5044984" y="2951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9" name="TextBox 8">
                <a:extLst>
                  <a:ext uri="{FF2B5EF4-FFF2-40B4-BE49-F238E27FC236}">
                    <a16:creationId xmlns:a16="http://schemas.microsoft.com/office/drawing/2014/main" id="{21417A1A-C4EC-5298-F6F7-53221BE8B381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" name="Group 9">
              <a:extLst>
                <a:ext uri="{FF2B5EF4-FFF2-40B4-BE49-F238E27FC236}">
                  <a16:creationId xmlns:a16="http://schemas.microsoft.com/office/drawing/2014/main" id="{0BBF14C4-B65D-3441-2D07-306A4C620B7C}"/>
                </a:ext>
              </a:extLst>
            </p:cNvPr>
            <p:cNvGrpSpPr/>
            <p:nvPr/>
          </p:nvGrpSpPr>
          <p:grpSpPr>
            <a:xfrm>
              <a:off x="1716069" y="23153"/>
              <a:ext cx="2948210" cy="669408"/>
              <a:chOff x="-2957438" y="28113"/>
              <a:chExt cx="3579738" cy="812800"/>
            </a:xfrm>
          </p:grpSpPr>
          <p:sp>
            <p:nvSpPr>
              <p:cNvPr id="56" name="Freeform 10">
                <a:extLst>
                  <a:ext uri="{FF2B5EF4-FFF2-40B4-BE49-F238E27FC236}">
                    <a16:creationId xmlns:a16="http://schemas.microsoft.com/office/drawing/2014/main" id="{A93638C8-C865-5F0E-D8FB-143347160731}"/>
                  </a:ext>
                </a:extLst>
              </p:cNvPr>
              <p:cNvSpPr/>
              <p:nvPr/>
            </p:nvSpPr>
            <p:spPr>
              <a:xfrm>
                <a:off x="-2957438" y="281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7" name="TextBox 11">
                <a:extLst>
                  <a:ext uri="{FF2B5EF4-FFF2-40B4-BE49-F238E27FC236}">
                    <a16:creationId xmlns:a16="http://schemas.microsoft.com/office/drawing/2014/main" id="{C014E692-6C30-C43E-6697-03F17556DEB1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oup 12">
              <a:extLst>
                <a:ext uri="{FF2B5EF4-FFF2-40B4-BE49-F238E27FC236}">
                  <a16:creationId xmlns:a16="http://schemas.microsoft.com/office/drawing/2014/main" id="{7F5F6B16-892E-EDE4-CE2F-73FA4A7363C1}"/>
                </a:ext>
              </a:extLst>
            </p:cNvPr>
            <p:cNvGrpSpPr/>
            <p:nvPr/>
          </p:nvGrpSpPr>
          <p:grpSpPr>
            <a:xfrm>
              <a:off x="8154621" y="20454"/>
              <a:ext cx="6411739" cy="669408"/>
              <a:chOff x="-7162880" y="24835"/>
              <a:chExt cx="7785180" cy="812800"/>
            </a:xfrm>
          </p:grpSpPr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24A39C3F-2540-96B2-7BDA-62A5CE4806B5}"/>
                  </a:ext>
                </a:extLst>
              </p:cNvPr>
              <p:cNvSpPr/>
              <p:nvPr/>
            </p:nvSpPr>
            <p:spPr>
              <a:xfrm>
                <a:off x="-7162880" y="24835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5" name="TextBox 14">
                <a:extLst>
                  <a:ext uri="{FF2B5EF4-FFF2-40B4-BE49-F238E27FC236}">
                    <a16:creationId xmlns:a16="http://schemas.microsoft.com/office/drawing/2014/main" id="{FEA07135-7617-5C25-FB8D-3A97536A5FF8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" name="Group 15">
              <a:extLst>
                <a:ext uri="{FF2B5EF4-FFF2-40B4-BE49-F238E27FC236}">
                  <a16:creationId xmlns:a16="http://schemas.microsoft.com/office/drawing/2014/main" id="{5943CE77-3CAE-12A4-B745-53D457B6F55E}"/>
                </a:ext>
              </a:extLst>
            </p:cNvPr>
            <p:cNvGrpSpPr/>
            <p:nvPr/>
          </p:nvGrpSpPr>
          <p:grpSpPr>
            <a:xfrm>
              <a:off x="11445796" y="20452"/>
              <a:ext cx="10218796" cy="674781"/>
              <a:chOff x="-9225625" y="24833"/>
              <a:chExt cx="12407736" cy="819324"/>
            </a:xfrm>
          </p:grpSpPr>
          <p:sp>
            <p:nvSpPr>
              <p:cNvPr id="49" name="Freeform 16">
                <a:extLst>
                  <a:ext uri="{FF2B5EF4-FFF2-40B4-BE49-F238E27FC236}">
                    <a16:creationId xmlns:a16="http://schemas.microsoft.com/office/drawing/2014/main" id="{FFE9EE11-3C85-2C8D-9F28-CE532AE1A579}"/>
                  </a:ext>
                </a:extLst>
              </p:cNvPr>
              <p:cNvSpPr/>
              <p:nvPr/>
            </p:nvSpPr>
            <p:spPr>
              <a:xfrm>
                <a:off x="-9225625" y="24835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0" name="TextBox 17">
                <a:extLst>
                  <a:ext uri="{FF2B5EF4-FFF2-40B4-BE49-F238E27FC236}">
                    <a16:creationId xmlns:a16="http://schemas.microsoft.com/office/drawing/2014/main" id="{61B97D8B-DF13-6915-F557-6CFFE1252A5D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 16">
                <a:extLst>
                  <a:ext uri="{FF2B5EF4-FFF2-40B4-BE49-F238E27FC236}">
                    <a16:creationId xmlns:a16="http://schemas.microsoft.com/office/drawing/2014/main" id="{1581D7E3-E151-A3C1-0A00-E60256B89A5A}"/>
                  </a:ext>
                </a:extLst>
              </p:cNvPr>
              <p:cNvSpPr/>
              <p:nvPr/>
            </p:nvSpPr>
            <p:spPr>
              <a:xfrm>
                <a:off x="-5476238" y="2483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2" name="Freeform 16">
                <a:extLst>
                  <a:ext uri="{FF2B5EF4-FFF2-40B4-BE49-F238E27FC236}">
                    <a16:creationId xmlns:a16="http://schemas.microsoft.com/office/drawing/2014/main" id="{B3A272FA-3BE8-C887-4117-7E454FF9AB70}"/>
                  </a:ext>
                </a:extLst>
              </p:cNvPr>
              <p:cNvSpPr/>
              <p:nvPr/>
            </p:nvSpPr>
            <p:spPr>
              <a:xfrm>
                <a:off x="-1626383" y="28113"/>
                <a:ext cx="812800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11C8E566-A2AA-763A-F093-3B9620932857}"/>
                  </a:ext>
                </a:extLst>
              </p:cNvPr>
              <p:cNvSpPr/>
              <p:nvPr/>
            </p:nvSpPr>
            <p:spPr>
              <a:xfrm>
                <a:off x="2369311" y="31356"/>
                <a:ext cx="812800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4" name="TextBox 18">
              <a:extLst>
                <a:ext uri="{FF2B5EF4-FFF2-40B4-BE49-F238E27FC236}">
                  <a16:creationId xmlns:a16="http://schemas.microsoft.com/office/drawing/2014/main" id="{1E70C5D1-B27A-DF71-65C5-666A17C2A62C}"/>
                </a:ext>
              </a:extLst>
            </p:cNvPr>
            <p:cNvSpPr txBox="1"/>
            <p:nvPr/>
          </p:nvSpPr>
          <p:spPr>
            <a:xfrm>
              <a:off x="1716069" y="1053923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01</a:t>
              </a:r>
            </a:p>
          </p:txBody>
        </p:sp>
        <p:sp>
          <p:nvSpPr>
            <p:cNvPr id="35" name="TextBox 19">
              <a:extLst>
                <a:ext uri="{FF2B5EF4-FFF2-40B4-BE49-F238E27FC236}">
                  <a16:creationId xmlns:a16="http://schemas.microsoft.com/office/drawing/2014/main" id="{EA73391C-D1CC-6F31-0E36-DD6A53726E07}"/>
                </a:ext>
              </a:extLst>
            </p:cNvPr>
            <p:cNvSpPr txBox="1"/>
            <p:nvPr/>
          </p:nvSpPr>
          <p:spPr>
            <a:xfrm>
              <a:off x="4958671" y="1055074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02</a:t>
              </a:r>
            </a:p>
          </p:txBody>
        </p:sp>
        <p:sp>
          <p:nvSpPr>
            <p:cNvPr id="36" name="TextBox 20">
              <a:extLst>
                <a:ext uri="{FF2B5EF4-FFF2-40B4-BE49-F238E27FC236}">
                  <a16:creationId xmlns:a16="http://schemas.microsoft.com/office/drawing/2014/main" id="{FAE70BC8-8903-530D-9BD5-C820162A78D3}"/>
                </a:ext>
              </a:extLst>
            </p:cNvPr>
            <p:cNvSpPr txBox="1"/>
            <p:nvPr/>
          </p:nvSpPr>
          <p:spPr>
            <a:xfrm>
              <a:off x="1416624" y="2225203"/>
              <a:ext cx="352865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User Search</a:t>
              </a:r>
            </a:p>
          </p:txBody>
        </p:sp>
        <p:sp>
          <p:nvSpPr>
            <p:cNvPr id="37" name="TextBox 22">
              <a:extLst>
                <a:ext uri="{FF2B5EF4-FFF2-40B4-BE49-F238E27FC236}">
                  <a16:creationId xmlns:a16="http://schemas.microsoft.com/office/drawing/2014/main" id="{C56858B3-E7CA-1F08-8FD7-572F9946C6A6}"/>
                </a:ext>
              </a:extLst>
            </p:cNvPr>
            <p:cNvSpPr txBox="1"/>
            <p:nvPr/>
          </p:nvSpPr>
          <p:spPr>
            <a:xfrm>
              <a:off x="8179024" y="1051223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03</a:t>
              </a:r>
            </a:p>
          </p:txBody>
        </p:sp>
        <p:sp>
          <p:nvSpPr>
            <p:cNvPr id="38" name="TextBox 24">
              <a:extLst>
                <a:ext uri="{FF2B5EF4-FFF2-40B4-BE49-F238E27FC236}">
                  <a16:creationId xmlns:a16="http://schemas.microsoft.com/office/drawing/2014/main" id="{20137FAE-E9DA-0F5E-EB92-A86BC9744412}"/>
                </a:ext>
              </a:extLst>
            </p:cNvPr>
            <p:cNvSpPr txBox="1"/>
            <p:nvPr/>
          </p:nvSpPr>
          <p:spPr>
            <a:xfrm>
              <a:off x="11470198" y="1051223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04</a:t>
              </a:r>
            </a:p>
          </p:txBody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id="{5F9707A9-CCE7-65F8-09C3-57393D040B46}"/>
                </a:ext>
              </a:extLst>
            </p:cNvPr>
            <p:cNvSpPr/>
            <p:nvPr/>
          </p:nvSpPr>
          <p:spPr>
            <a:xfrm>
              <a:off x="22999515" y="4388514"/>
              <a:ext cx="1195227" cy="1195227"/>
            </a:xfrm>
            <a:custGeom>
              <a:avLst/>
              <a:gdLst/>
              <a:ahLst/>
              <a:cxnLst/>
              <a:rect l="l" t="t" r="r" b="b"/>
              <a:pathLst>
                <a:path w="1195227" h="1195227">
                  <a:moveTo>
                    <a:pt x="0" y="0"/>
                  </a:moveTo>
                  <a:lnTo>
                    <a:pt x="1195227" y="0"/>
                  </a:lnTo>
                  <a:lnTo>
                    <a:pt x="1195227" y="1195227"/>
                  </a:lnTo>
                  <a:lnTo>
                    <a:pt x="0" y="119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98463591-BE38-400A-2413-C0B84AAC5164}"/>
                </a:ext>
              </a:extLst>
            </p:cNvPr>
            <p:cNvSpPr txBox="1"/>
            <p:nvPr/>
          </p:nvSpPr>
          <p:spPr>
            <a:xfrm>
              <a:off x="14558129" y="1051223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05</a:t>
              </a:r>
            </a:p>
          </p:txBody>
        </p:sp>
        <p:sp>
          <p:nvSpPr>
            <p:cNvPr id="41" name="TextBox 24">
              <a:extLst>
                <a:ext uri="{FF2B5EF4-FFF2-40B4-BE49-F238E27FC236}">
                  <a16:creationId xmlns:a16="http://schemas.microsoft.com/office/drawing/2014/main" id="{FF0F6D06-C4CB-E3E2-94A1-C4C054976E88}"/>
                </a:ext>
              </a:extLst>
            </p:cNvPr>
            <p:cNvSpPr txBox="1"/>
            <p:nvPr/>
          </p:nvSpPr>
          <p:spPr>
            <a:xfrm>
              <a:off x="17728802" y="1053924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06</a:t>
              </a:r>
            </a:p>
          </p:txBody>
        </p:sp>
        <p:sp>
          <p:nvSpPr>
            <p:cNvPr id="42" name="TextBox 24">
              <a:extLst>
                <a:ext uri="{FF2B5EF4-FFF2-40B4-BE49-F238E27FC236}">
                  <a16:creationId xmlns:a16="http://schemas.microsoft.com/office/drawing/2014/main" id="{1FD7B9FA-F64C-571B-039B-88F72E00EAE5}"/>
                </a:ext>
              </a:extLst>
            </p:cNvPr>
            <p:cNvSpPr txBox="1"/>
            <p:nvPr/>
          </p:nvSpPr>
          <p:spPr>
            <a:xfrm>
              <a:off x="21019586" y="1056594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07</a:t>
              </a:r>
            </a:p>
          </p:txBody>
        </p:sp>
        <p:sp>
          <p:nvSpPr>
            <p:cNvPr id="43" name="TextBox 20">
              <a:extLst>
                <a:ext uri="{FF2B5EF4-FFF2-40B4-BE49-F238E27FC236}">
                  <a16:creationId xmlns:a16="http://schemas.microsoft.com/office/drawing/2014/main" id="{F7FC6702-437A-636B-B942-E1BF9A257245}"/>
                </a:ext>
              </a:extLst>
            </p:cNvPr>
            <p:cNvSpPr txBox="1"/>
            <p:nvPr/>
          </p:nvSpPr>
          <p:spPr>
            <a:xfrm>
              <a:off x="4415319" y="2203500"/>
              <a:ext cx="2100969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Check Local Database ❌</a:t>
              </a:r>
            </a:p>
          </p:txBody>
        </p:sp>
        <p:sp>
          <p:nvSpPr>
            <p:cNvPr id="44" name="TextBox 20">
              <a:extLst>
                <a:ext uri="{FF2B5EF4-FFF2-40B4-BE49-F238E27FC236}">
                  <a16:creationId xmlns:a16="http://schemas.microsoft.com/office/drawing/2014/main" id="{E0E3B4AB-F750-58BB-12BA-0039A824FA90}"/>
                </a:ext>
              </a:extLst>
            </p:cNvPr>
            <p:cNvSpPr txBox="1"/>
            <p:nvPr/>
          </p:nvSpPr>
          <p:spPr>
            <a:xfrm>
              <a:off x="6976515" y="2110932"/>
              <a:ext cx="3743929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Call Hugging face API (</a:t>
              </a:r>
              <a:r>
                <a:rPr lang="en-GB" b="1" dirty="0" err="1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LLaMA</a:t>
              </a:r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 model) &amp; </a:t>
              </a:r>
              <a:r>
                <a:rPr lang="en-GB" b="1" dirty="0" err="1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DictionaryAPI.dev</a:t>
              </a:r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 → Get Meaning, Synonyms, Antonyms, Audio </a:t>
              </a:r>
              <a:endPara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45" name="TextBox 20">
              <a:extLst>
                <a:ext uri="{FF2B5EF4-FFF2-40B4-BE49-F238E27FC236}">
                  <a16:creationId xmlns:a16="http://schemas.microsoft.com/office/drawing/2014/main" id="{F1E9E81F-0AFB-EE79-3288-723420881FEC}"/>
                </a:ext>
              </a:extLst>
            </p:cNvPr>
            <p:cNvSpPr txBox="1"/>
            <p:nvPr/>
          </p:nvSpPr>
          <p:spPr>
            <a:xfrm>
              <a:off x="11034774" y="2217944"/>
              <a:ext cx="2902453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Call </a:t>
              </a:r>
              <a:r>
                <a:rPr lang="en-GB" b="1" dirty="0" err="1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Pexels</a:t>
              </a:r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 API → Get Related Image </a:t>
              </a:r>
              <a:endPara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46" name="TextBox 20">
              <a:extLst>
                <a:ext uri="{FF2B5EF4-FFF2-40B4-BE49-F238E27FC236}">
                  <a16:creationId xmlns:a16="http://schemas.microsoft.com/office/drawing/2014/main" id="{D9519647-A675-0919-60D8-F6C69A6C1438}"/>
                </a:ext>
              </a:extLst>
            </p:cNvPr>
            <p:cNvSpPr txBox="1"/>
            <p:nvPr/>
          </p:nvSpPr>
          <p:spPr>
            <a:xfrm>
              <a:off x="14397454" y="2203500"/>
              <a:ext cx="2902453" cy="11079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Use Deep-Translator → Get Translation (e.g., Tamil)</a:t>
              </a:r>
              <a:endPara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7C97A9CA-09F7-FF08-86E7-787E678FB580}"/>
                </a:ext>
              </a:extLst>
            </p:cNvPr>
            <p:cNvSpPr txBox="1"/>
            <p:nvPr/>
          </p:nvSpPr>
          <p:spPr>
            <a:xfrm>
              <a:off x="17614237" y="2251672"/>
              <a:ext cx="352865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Save All to Database</a:t>
              </a:r>
              <a:endPara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48" name="TextBox 20">
              <a:extLst>
                <a:ext uri="{FF2B5EF4-FFF2-40B4-BE49-F238E27FC236}">
                  <a16:creationId xmlns:a16="http://schemas.microsoft.com/office/drawing/2014/main" id="{2882E45D-5967-936C-5CCF-66C0F0AD23C9}"/>
                </a:ext>
              </a:extLst>
            </p:cNvPr>
            <p:cNvSpPr txBox="1"/>
            <p:nvPr/>
          </p:nvSpPr>
          <p:spPr>
            <a:xfrm>
              <a:off x="20720141" y="2110932"/>
              <a:ext cx="3528656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b="1" dirty="0">
                  <a:latin typeface="Times New Roman" panose="02020603050405020304" pitchFamily="18" charset="0"/>
                  <a:ea typeface="Red Hat Display"/>
                  <a:cs typeface="Times New Roman" panose="02020603050405020304" pitchFamily="18" charset="0"/>
                  <a:sym typeface="Red Hat Display"/>
                </a:rPr>
                <a:t>Display Results (Meaning, Image, Audio, etc.)</a:t>
              </a:r>
              <a:endParaRPr lang="en-US" b="1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</p:grpSp>
      <p:sp>
        <p:nvSpPr>
          <p:cNvPr id="60" name="Star: 4 Points 59">
            <a:extLst>
              <a:ext uri="{FF2B5EF4-FFF2-40B4-BE49-F238E27FC236}">
                <a16:creationId xmlns:a16="http://schemas.microsoft.com/office/drawing/2014/main" id="{F504B7DE-C68D-AFE2-F5B2-771606210F93}"/>
              </a:ext>
            </a:extLst>
          </p:cNvPr>
          <p:cNvSpPr/>
          <p:nvPr/>
        </p:nvSpPr>
        <p:spPr>
          <a:xfrm>
            <a:off x="479056" y="5927126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Star: 4 Points 60">
            <a:extLst>
              <a:ext uri="{FF2B5EF4-FFF2-40B4-BE49-F238E27FC236}">
                <a16:creationId xmlns:a16="http://schemas.microsoft.com/office/drawing/2014/main" id="{1E1EE1BF-24B8-BB89-9E5A-1E19BF312093}"/>
              </a:ext>
            </a:extLst>
          </p:cNvPr>
          <p:cNvSpPr/>
          <p:nvPr/>
        </p:nvSpPr>
        <p:spPr>
          <a:xfrm>
            <a:off x="2847552" y="5927126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Star: 4 Points 62">
            <a:extLst>
              <a:ext uri="{FF2B5EF4-FFF2-40B4-BE49-F238E27FC236}">
                <a16:creationId xmlns:a16="http://schemas.microsoft.com/office/drawing/2014/main" id="{7071AAA6-CDE3-841C-781B-6756B2F80AE9}"/>
              </a:ext>
            </a:extLst>
          </p:cNvPr>
          <p:cNvSpPr/>
          <p:nvPr/>
        </p:nvSpPr>
        <p:spPr>
          <a:xfrm>
            <a:off x="5248941" y="5911790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Star: 4 Points 63">
            <a:extLst>
              <a:ext uri="{FF2B5EF4-FFF2-40B4-BE49-F238E27FC236}">
                <a16:creationId xmlns:a16="http://schemas.microsoft.com/office/drawing/2014/main" id="{C150113C-E57B-00C8-E28A-FE4C65FC8084}"/>
              </a:ext>
            </a:extLst>
          </p:cNvPr>
          <p:cNvSpPr/>
          <p:nvPr/>
        </p:nvSpPr>
        <p:spPr>
          <a:xfrm>
            <a:off x="7650330" y="5896454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tar: 4 Points 64">
            <a:extLst>
              <a:ext uri="{FF2B5EF4-FFF2-40B4-BE49-F238E27FC236}">
                <a16:creationId xmlns:a16="http://schemas.microsoft.com/office/drawing/2014/main" id="{19FA1D1B-4469-A455-1467-76EF35D4EDDB}"/>
              </a:ext>
            </a:extLst>
          </p:cNvPr>
          <p:cNvSpPr/>
          <p:nvPr/>
        </p:nvSpPr>
        <p:spPr>
          <a:xfrm>
            <a:off x="10051050" y="5927126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Star: 4 Points 65">
            <a:extLst>
              <a:ext uri="{FF2B5EF4-FFF2-40B4-BE49-F238E27FC236}">
                <a16:creationId xmlns:a16="http://schemas.microsoft.com/office/drawing/2014/main" id="{BE902EF2-1CCA-E9A8-E88D-F350982CFF78}"/>
              </a:ext>
            </a:extLst>
          </p:cNvPr>
          <p:cNvSpPr/>
          <p:nvPr/>
        </p:nvSpPr>
        <p:spPr>
          <a:xfrm>
            <a:off x="12453108" y="5914532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Star: 4 Points 66">
            <a:extLst>
              <a:ext uri="{FF2B5EF4-FFF2-40B4-BE49-F238E27FC236}">
                <a16:creationId xmlns:a16="http://schemas.microsoft.com/office/drawing/2014/main" id="{9078C212-5082-FB5E-1945-090680BF8635}"/>
              </a:ext>
            </a:extLst>
          </p:cNvPr>
          <p:cNvSpPr/>
          <p:nvPr/>
        </p:nvSpPr>
        <p:spPr>
          <a:xfrm>
            <a:off x="14831839" y="5920024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Star: 4 Points 67">
            <a:extLst>
              <a:ext uri="{FF2B5EF4-FFF2-40B4-BE49-F238E27FC236}">
                <a16:creationId xmlns:a16="http://schemas.microsoft.com/office/drawing/2014/main" id="{B4066341-28C2-B9C3-4AB0-733516742296}"/>
              </a:ext>
            </a:extLst>
          </p:cNvPr>
          <p:cNvSpPr/>
          <p:nvPr/>
        </p:nvSpPr>
        <p:spPr>
          <a:xfrm>
            <a:off x="2104987" y="2046976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Star: 4 Points 68">
            <a:extLst>
              <a:ext uri="{FF2B5EF4-FFF2-40B4-BE49-F238E27FC236}">
                <a16:creationId xmlns:a16="http://schemas.microsoft.com/office/drawing/2014/main" id="{8FA3B950-E717-569B-F0AE-45768CDD0FCA}"/>
              </a:ext>
            </a:extLst>
          </p:cNvPr>
          <p:cNvSpPr/>
          <p:nvPr/>
        </p:nvSpPr>
        <p:spPr>
          <a:xfrm>
            <a:off x="5862682" y="2081209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Star: 4 Points 69">
            <a:extLst>
              <a:ext uri="{FF2B5EF4-FFF2-40B4-BE49-F238E27FC236}">
                <a16:creationId xmlns:a16="http://schemas.microsoft.com/office/drawing/2014/main" id="{C3D5F65D-FF96-EED2-F17B-49E33E83DB0F}"/>
              </a:ext>
            </a:extLst>
          </p:cNvPr>
          <p:cNvSpPr/>
          <p:nvPr/>
        </p:nvSpPr>
        <p:spPr>
          <a:xfrm>
            <a:off x="9620377" y="2061688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Star: 4 Points 70">
            <a:extLst>
              <a:ext uri="{FF2B5EF4-FFF2-40B4-BE49-F238E27FC236}">
                <a16:creationId xmlns:a16="http://schemas.microsoft.com/office/drawing/2014/main" id="{E2CDD5C2-A7A8-B7F4-2154-908AB2154BD4}"/>
              </a:ext>
            </a:extLst>
          </p:cNvPr>
          <p:cNvSpPr/>
          <p:nvPr/>
        </p:nvSpPr>
        <p:spPr>
          <a:xfrm>
            <a:off x="13285669" y="2081209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9F5D3D-A6FA-163B-2D1B-DC3797F3FD0C}"/>
              </a:ext>
            </a:extLst>
          </p:cNvPr>
          <p:cNvCxnSpPr/>
          <p:nvPr/>
        </p:nvCxnSpPr>
        <p:spPr>
          <a:xfrm>
            <a:off x="11348346" y="952500"/>
            <a:ext cx="98682" cy="8192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reeform 3">
            <a:extLst>
              <a:ext uri="{FF2B5EF4-FFF2-40B4-BE49-F238E27FC236}">
                <a16:creationId xmlns:a16="http://schemas.microsoft.com/office/drawing/2014/main" id="{04E96257-24AA-1193-F1CD-3E208FE25D40}"/>
              </a:ext>
            </a:extLst>
          </p:cNvPr>
          <p:cNvSpPr/>
          <p:nvPr/>
        </p:nvSpPr>
        <p:spPr>
          <a:xfrm rot="6626729" flipH="1">
            <a:off x="6560111" y="1055023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67DDAB8-164C-1E4A-E6BD-DA824DFA9D50}"/>
              </a:ext>
            </a:extLst>
          </p:cNvPr>
          <p:cNvGrpSpPr/>
          <p:nvPr/>
        </p:nvGrpSpPr>
        <p:grpSpPr>
          <a:xfrm>
            <a:off x="1028700" y="1413758"/>
            <a:ext cx="10284037" cy="7731016"/>
            <a:chOff x="0" y="0"/>
            <a:chExt cx="13712050" cy="10308021"/>
          </a:xfrm>
          <a:solidFill>
            <a:schemeClr val="bg1"/>
          </a:solidFill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6E2872-A63D-A4B4-658C-ACE3F3DA469E}"/>
                </a:ext>
              </a:extLst>
            </p:cNvPr>
            <p:cNvGrpSpPr/>
            <p:nvPr/>
          </p:nvGrpSpPr>
          <p:grpSpPr>
            <a:xfrm>
              <a:off x="0" y="0"/>
              <a:ext cx="13712050" cy="10308021"/>
              <a:chOff x="0" y="0"/>
              <a:chExt cx="2708553" cy="2036152"/>
            </a:xfrm>
            <a:grpFill/>
          </p:grpSpPr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CADB3860-1CF6-CE12-207C-8055F0507455}"/>
                  </a:ext>
                </a:extLst>
              </p:cNvPr>
              <p:cNvSpPr/>
              <p:nvPr/>
            </p:nvSpPr>
            <p:spPr>
              <a:xfrm>
                <a:off x="0" y="0"/>
                <a:ext cx="2708553" cy="2036152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036152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021096"/>
                    </a:lnTo>
                    <a:cubicBezTo>
                      <a:pt x="2708553" y="2025089"/>
                      <a:pt x="2706967" y="2028919"/>
                      <a:pt x="2704143" y="2031743"/>
                    </a:cubicBezTo>
                    <a:cubicBezTo>
                      <a:pt x="2701320" y="2034566"/>
                      <a:pt x="2697490" y="2036152"/>
                      <a:pt x="2693497" y="2036152"/>
                    </a:cubicBezTo>
                    <a:lnTo>
                      <a:pt x="15056" y="2036152"/>
                    </a:lnTo>
                    <a:cubicBezTo>
                      <a:pt x="11063" y="2036152"/>
                      <a:pt x="7233" y="2034566"/>
                      <a:pt x="4410" y="2031743"/>
                    </a:cubicBezTo>
                    <a:cubicBezTo>
                      <a:pt x="1586" y="2028919"/>
                      <a:pt x="0" y="2025089"/>
                      <a:pt x="0" y="2021096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E6AA2ACF-7430-7506-86EB-50A94A3908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708553" cy="2074252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51553011-DEF9-94F8-8EBD-A85F240D5431}"/>
                </a:ext>
              </a:extLst>
            </p:cNvPr>
            <p:cNvSpPr txBox="1"/>
            <p:nvPr/>
          </p:nvSpPr>
          <p:spPr>
            <a:xfrm>
              <a:off x="1246955" y="1198035"/>
              <a:ext cx="10472323" cy="12759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4000" dirty="0">
                  <a:latin typeface="Times New Roman" panose="02020603050405020304" pitchFamily="18" charset="0"/>
                  <a:ea typeface="Archivo Black"/>
                  <a:cs typeface="Times New Roman" panose="02020603050405020304" pitchFamily="18" charset="0"/>
                  <a:sym typeface="Archivo Black"/>
                </a:rPr>
                <a:t>Key Features</a:t>
              </a: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BD6D5CED-6CD6-BF3C-3754-53569DB7F0DF}"/>
                </a:ext>
              </a:extLst>
            </p:cNvPr>
            <p:cNvSpPr txBox="1"/>
            <p:nvPr/>
          </p:nvSpPr>
          <p:spPr>
            <a:xfrm>
              <a:off x="1810693" y="3764908"/>
              <a:ext cx="9344844" cy="25853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Meaning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of speech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Synonyms &amp; antonyms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 usage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Pronunciation (audio)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Related image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Word for the day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C10B1A0-6A0F-34D2-A0A5-BBD1E0663045}"/>
              </a:ext>
            </a:extLst>
          </p:cNvPr>
          <p:cNvGrpSpPr/>
          <p:nvPr/>
        </p:nvGrpSpPr>
        <p:grpSpPr>
          <a:xfrm>
            <a:off x="11864221" y="1470909"/>
            <a:ext cx="5395079" cy="7787391"/>
            <a:chOff x="0" y="5881742"/>
            <a:chExt cx="7193439" cy="1038318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FBA005C-B253-44BD-D16E-BF125DD00688}"/>
                </a:ext>
              </a:extLst>
            </p:cNvPr>
            <p:cNvSpPr/>
            <p:nvPr/>
          </p:nvSpPr>
          <p:spPr>
            <a:xfrm>
              <a:off x="5998212" y="15069703"/>
              <a:ext cx="1195227" cy="1195227"/>
            </a:xfrm>
            <a:custGeom>
              <a:avLst/>
              <a:gdLst/>
              <a:ahLst/>
              <a:cxnLst/>
              <a:rect l="l" t="t" r="r" b="b"/>
              <a:pathLst>
                <a:path w="1195227" h="1195227">
                  <a:moveTo>
                    <a:pt x="0" y="0"/>
                  </a:moveTo>
                  <a:lnTo>
                    <a:pt x="1195227" y="0"/>
                  </a:lnTo>
                  <a:lnTo>
                    <a:pt x="1195227" y="1195227"/>
                  </a:lnTo>
                  <a:lnTo>
                    <a:pt x="0" y="119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0F885C26-FD6B-5757-69B0-06C2F3AA93D4}"/>
                </a:ext>
              </a:extLst>
            </p:cNvPr>
            <p:cNvGrpSpPr/>
            <p:nvPr/>
          </p:nvGrpSpPr>
          <p:grpSpPr>
            <a:xfrm rot="-5400000">
              <a:off x="0" y="13625970"/>
              <a:ext cx="526312" cy="526312"/>
              <a:chOff x="0" y="0"/>
              <a:chExt cx="812800" cy="812800"/>
            </a:xfrm>
          </p:grpSpPr>
          <p:sp>
            <p:nvSpPr>
              <p:cNvPr id="26" name="Freeform 14">
                <a:extLst>
                  <a:ext uri="{FF2B5EF4-FFF2-40B4-BE49-F238E27FC236}">
                    <a16:creationId xmlns:a16="http://schemas.microsoft.com/office/drawing/2014/main" id="{CE497E70-4226-122B-4167-4153D4538A9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15">
                <a:extLst>
                  <a:ext uri="{FF2B5EF4-FFF2-40B4-BE49-F238E27FC236}">
                    <a16:creationId xmlns:a16="http://schemas.microsoft.com/office/drawing/2014/main" id="{B661C82E-D2F5-5120-9BA8-08EAF7E4724F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6E186510-2A6E-F7F0-EF2B-C7E1754AB01D}"/>
                </a:ext>
              </a:extLst>
            </p:cNvPr>
            <p:cNvGrpSpPr/>
            <p:nvPr/>
          </p:nvGrpSpPr>
          <p:grpSpPr>
            <a:xfrm rot="-5400000">
              <a:off x="0" y="9912006"/>
              <a:ext cx="526312" cy="526312"/>
              <a:chOff x="0" y="0"/>
              <a:chExt cx="812800" cy="812800"/>
            </a:xfrm>
          </p:grpSpPr>
          <p:sp>
            <p:nvSpPr>
              <p:cNvPr id="24" name="Freeform 17">
                <a:extLst>
                  <a:ext uri="{FF2B5EF4-FFF2-40B4-BE49-F238E27FC236}">
                    <a16:creationId xmlns:a16="http://schemas.microsoft.com/office/drawing/2014/main" id="{D23A4BDF-EE76-867E-3775-87B622FA9F2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18">
                <a:extLst>
                  <a:ext uri="{FF2B5EF4-FFF2-40B4-BE49-F238E27FC236}">
                    <a16:creationId xmlns:a16="http://schemas.microsoft.com/office/drawing/2014/main" id="{15840229-69D7-57DF-9E03-B6C4EC7C45C1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19">
              <a:extLst>
                <a:ext uri="{FF2B5EF4-FFF2-40B4-BE49-F238E27FC236}">
                  <a16:creationId xmlns:a16="http://schemas.microsoft.com/office/drawing/2014/main" id="{5B28D5B4-64B3-74F1-BF08-71824A1331B6}"/>
                </a:ext>
              </a:extLst>
            </p:cNvPr>
            <p:cNvGrpSpPr/>
            <p:nvPr/>
          </p:nvGrpSpPr>
          <p:grpSpPr>
            <a:xfrm rot="-5400000">
              <a:off x="0" y="6044900"/>
              <a:ext cx="526312" cy="526312"/>
              <a:chOff x="0" y="0"/>
              <a:chExt cx="812800" cy="812800"/>
            </a:xfrm>
          </p:grpSpPr>
          <p:sp>
            <p:nvSpPr>
              <p:cNvPr id="22" name="Freeform 20">
                <a:extLst>
                  <a:ext uri="{FF2B5EF4-FFF2-40B4-BE49-F238E27FC236}">
                    <a16:creationId xmlns:a16="http://schemas.microsoft.com/office/drawing/2014/main" id="{C02A0A5B-A5A4-317B-87CB-5CC6A8ADB42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1">
                <a:extLst>
                  <a:ext uri="{FF2B5EF4-FFF2-40B4-BE49-F238E27FC236}">
                    <a16:creationId xmlns:a16="http://schemas.microsoft.com/office/drawing/2014/main" id="{47F05A90-F153-5CB9-3E90-039D8013419E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TextBox 22">
              <a:extLst>
                <a:ext uri="{FF2B5EF4-FFF2-40B4-BE49-F238E27FC236}">
                  <a16:creationId xmlns:a16="http://schemas.microsoft.com/office/drawing/2014/main" id="{C894A6EC-E873-2C84-330B-680A37377494}"/>
                </a:ext>
              </a:extLst>
            </p:cNvPr>
            <p:cNvSpPr txBox="1"/>
            <p:nvPr/>
          </p:nvSpPr>
          <p:spPr>
            <a:xfrm>
              <a:off x="832689" y="5881742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01</a:t>
              </a:r>
            </a:p>
          </p:txBody>
        </p:sp>
        <p:sp>
          <p:nvSpPr>
            <p:cNvPr id="17" name="TextBox 23">
              <a:extLst>
                <a:ext uri="{FF2B5EF4-FFF2-40B4-BE49-F238E27FC236}">
                  <a16:creationId xmlns:a16="http://schemas.microsoft.com/office/drawing/2014/main" id="{8B2A6059-D75B-C9EC-A3DC-9E52DEC3AF20}"/>
                </a:ext>
              </a:extLst>
            </p:cNvPr>
            <p:cNvSpPr txBox="1"/>
            <p:nvPr/>
          </p:nvSpPr>
          <p:spPr>
            <a:xfrm>
              <a:off x="832689" y="9747595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 dirty="0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02</a:t>
              </a:r>
            </a:p>
          </p:txBody>
        </p:sp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D7F0B3A4-59A8-EA79-AD65-8D931EC8D065}"/>
                </a:ext>
              </a:extLst>
            </p:cNvPr>
            <p:cNvSpPr txBox="1"/>
            <p:nvPr/>
          </p:nvSpPr>
          <p:spPr>
            <a:xfrm>
              <a:off x="736640" y="7109839"/>
              <a:ext cx="4702058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Word of the Day</a:t>
              </a:r>
              <a:endParaRPr lang="en-US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C8AA96BF-6112-981E-0661-0F317928C021}"/>
                </a:ext>
              </a:extLst>
            </p:cNvPr>
            <p:cNvSpPr txBox="1"/>
            <p:nvPr/>
          </p:nvSpPr>
          <p:spPr>
            <a:xfrm>
              <a:off x="832689" y="13455573"/>
              <a:ext cx="2929765" cy="827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4000" b="1">
                  <a:latin typeface="Times New Roman" panose="02020603050405020304" pitchFamily="18" charset="0"/>
                  <a:ea typeface="Red Hat Display Bold"/>
                  <a:cs typeface="Times New Roman" panose="02020603050405020304" pitchFamily="18" charset="0"/>
                  <a:sym typeface="Red Hat Display Bold"/>
                </a:rPr>
                <a:t>03</a:t>
              </a:r>
            </a:p>
          </p:txBody>
        </p:sp>
        <p:sp>
          <p:nvSpPr>
            <p:cNvPr id="20" name="TextBox 27">
              <a:extLst>
                <a:ext uri="{FF2B5EF4-FFF2-40B4-BE49-F238E27FC236}">
                  <a16:creationId xmlns:a16="http://schemas.microsoft.com/office/drawing/2014/main" id="{E688181B-3926-8511-B575-2C8FFF2A0675}"/>
                </a:ext>
              </a:extLst>
            </p:cNvPr>
            <p:cNvSpPr txBox="1"/>
            <p:nvPr/>
          </p:nvSpPr>
          <p:spPr>
            <a:xfrm>
              <a:off x="828048" y="14700371"/>
              <a:ext cx="479346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Word search history</a:t>
              </a:r>
              <a:endParaRPr lang="en-US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  <p:sp>
          <p:nvSpPr>
            <p:cNvPr id="21" name="TextBox 24">
              <a:extLst>
                <a:ext uri="{FF2B5EF4-FFF2-40B4-BE49-F238E27FC236}">
                  <a16:creationId xmlns:a16="http://schemas.microsoft.com/office/drawing/2014/main" id="{7142C636-9936-DDF4-FF83-CBB27C7D6D1B}"/>
                </a:ext>
              </a:extLst>
            </p:cNvPr>
            <p:cNvSpPr txBox="1"/>
            <p:nvPr/>
          </p:nvSpPr>
          <p:spPr>
            <a:xfrm>
              <a:off x="828048" y="11024541"/>
              <a:ext cx="4702058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Bookmarking</a:t>
              </a:r>
              <a:endParaRPr lang="en-US" dirty="0"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</p:grpSp>
      <p:sp>
        <p:nvSpPr>
          <p:cNvPr id="28" name="Star: 4 Points 27">
            <a:extLst>
              <a:ext uri="{FF2B5EF4-FFF2-40B4-BE49-F238E27FC236}">
                <a16:creationId xmlns:a16="http://schemas.microsoft.com/office/drawing/2014/main" id="{0F61386E-C4B6-60EE-6070-6395BD1E0898}"/>
              </a:ext>
            </a:extLst>
          </p:cNvPr>
          <p:cNvSpPr/>
          <p:nvPr/>
        </p:nvSpPr>
        <p:spPr>
          <a:xfrm>
            <a:off x="11064103" y="1593277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tar: 4 Points 28">
            <a:extLst>
              <a:ext uri="{FF2B5EF4-FFF2-40B4-BE49-F238E27FC236}">
                <a16:creationId xmlns:a16="http://schemas.microsoft.com/office/drawing/2014/main" id="{69A2A9CD-C55B-B2EE-04AD-98A11CF53A48}"/>
              </a:ext>
            </a:extLst>
          </p:cNvPr>
          <p:cNvSpPr/>
          <p:nvPr/>
        </p:nvSpPr>
        <p:spPr>
          <a:xfrm>
            <a:off x="11080577" y="4436500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ar: 4 Points 29">
            <a:extLst>
              <a:ext uri="{FF2B5EF4-FFF2-40B4-BE49-F238E27FC236}">
                <a16:creationId xmlns:a16="http://schemas.microsoft.com/office/drawing/2014/main" id="{45105FFE-24B4-0826-43C9-EDB3F49E6185}"/>
              </a:ext>
            </a:extLst>
          </p:cNvPr>
          <p:cNvSpPr/>
          <p:nvPr/>
        </p:nvSpPr>
        <p:spPr>
          <a:xfrm>
            <a:off x="11128520" y="7279078"/>
            <a:ext cx="637017" cy="502049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2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9D9E6B3E-7AF2-3A46-0DAA-5E9634A12C9B}"/>
              </a:ext>
            </a:extLst>
          </p:cNvPr>
          <p:cNvSpPr/>
          <p:nvPr/>
        </p:nvSpPr>
        <p:spPr>
          <a:xfrm rot="14973271" flipH="1">
            <a:off x="-1595116" y="226322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39CF463-652F-6F16-835C-B680F79D8AF6}"/>
              </a:ext>
            </a:extLst>
          </p:cNvPr>
          <p:cNvGrpSpPr/>
          <p:nvPr/>
        </p:nvGrpSpPr>
        <p:grpSpPr>
          <a:xfrm>
            <a:off x="1066800" y="1562100"/>
            <a:ext cx="13851811" cy="7552121"/>
            <a:chOff x="0" y="0"/>
            <a:chExt cx="18469082" cy="9419021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8F2B264B-9A88-BECB-882A-216E4F6762C8}"/>
                </a:ext>
              </a:extLst>
            </p:cNvPr>
            <p:cNvGrpSpPr/>
            <p:nvPr/>
          </p:nvGrpSpPr>
          <p:grpSpPr>
            <a:xfrm>
              <a:off x="0" y="0"/>
              <a:ext cx="18469082" cy="9419021"/>
              <a:chOff x="0" y="0"/>
              <a:chExt cx="3648214" cy="1860547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CA18FA78-AAF2-B6D4-3603-A789DC385586}"/>
                  </a:ext>
                </a:extLst>
              </p:cNvPr>
              <p:cNvSpPr/>
              <p:nvPr/>
            </p:nvSpPr>
            <p:spPr>
              <a:xfrm>
                <a:off x="0" y="0"/>
                <a:ext cx="3648214" cy="1860547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1860547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1849369"/>
                    </a:lnTo>
                    <a:cubicBezTo>
                      <a:pt x="3648214" y="1855543"/>
                      <a:pt x="3643209" y="1860547"/>
                      <a:pt x="3637035" y="1860547"/>
                    </a:cubicBezTo>
                    <a:lnTo>
                      <a:pt x="11178" y="1860547"/>
                    </a:lnTo>
                    <a:cubicBezTo>
                      <a:pt x="5005" y="1860547"/>
                      <a:pt x="0" y="1855543"/>
                      <a:pt x="0" y="1849369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DFFB8D-7217-611A-2448-AD21F1397F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648214" cy="18986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40C1A62C-A26A-D5B6-11E6-53E14BF4A3BD}"/>
                </a:ext>
              </a:extLst>
            </p:cNvPr>
            <p:cNvSpPr txBox="1"/>
            <p:nvPr/>
          </p:nvSpPr>
          <p:spPr>
            <a:xfrm>
              <a:off x="1282925" y="1141085"/>
              <a:ext cx="14095561" cy="1193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4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Archivo Black"/>
                  <a:cs typeface="Times New Roman" panose="02020603050405020304" pitchFamily="18" charset="0"/>
                  <a:sym typeface="Archivo Black"/>
                </a:rPr>
                <a:t>Admin Dashboard</a:t>
              </a: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EF110062-9F3B-EFFD-175B-CCF94A265E8A}"/>
                </a:ext>
              </a:extLst>
            </p:cNvPr>
            <p:cNvSpPr txBox="1"/>
            <p:nvPr/>
          </p:nvSpPr>
          <p:spPr>
            <a:xfrm>
              <a:off x="1438412" y="3475223"/>
              <a:ext cx="12752760" cy="3047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access using Django's built-in admin panel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Add, edit, or delete: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Users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Word entries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Bookmarks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history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61B90A-024C-5160-0DE7-844FE1F13841}"/>
              </a:ext>
            </a:extLst>
          </p:cNvPr>
          <p:cNvSpPr txBox="1"/>
          <p:nvPr/>
        </p:nvSpPr>
        <p:spPr>
          <a:xfrm>
            <a:off x="9717030" y="8374676"/>
            <a:ext cx="474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https://digital-dictionary.onrender.com/admin/</a:t>
            </a:r>
            <a:endParaRPr lang="en-GB" b="1" dirty="0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766F484-57D3-9C3B-91E9-3330A29EE061}"/>
              </a:ext>
            </a:extLst>
          </p:cNvPr>
          <p:cNvSpPr/>
          <p:nvPr/>
        </p:nvSpPr>
        <p:spPr>
          <a:xfrm>
            <a:off x="9253997" y="8358347"/>
            <a:ext cx="415317" cy="415317"/>
          </a:xfrm>
          <a:custGeom>
            <a:avLst/>
            <a:gdLst/>
            <a:ahLst/>
            <a:cxnLst/>
            <a:rect l="l" t="t" r="r" b="b"/>
            <a:pathLst>
              <a:path w="415317" h="415317">
                <a:moveTo>
                  <a:pt x="0" y="0"/>
                </a:moveTo>
                <a:lnTo>
                  <a:pt x="415317" y="0"/>
                </a:lnTo>
                <a:lnTo>
                  <a:pt x="415317" y="415317"/>
                </a:lnTo>
                <a:lnTo>
                  <a:pt x="0" y="415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74757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>
            <a:extLst>
              <a:ext uri="{FF2B5EF4-FFF2-40B4-BE49-F238E27FC236}">
                <a16:creationId xmlns:a16="http://schemas.microsoft.com/office/drawing/2014/main" id="{E7E6526E-71BA-66D6-74AB-4EFF780A7159}"/>
              </a:ext>
            </a:extLst>
          </p:cNvPr>
          <p:cNvSpPr/>
          <p:nvPr/>
        </p:nvSpPr>
        <p:spPr>
          <a:xfrm rot="20057682" flipV="1">
            <a:off x="11968542" y="-103561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5E15517-F938-FB12-034B-C11D9EBD7CFD}"/>
              </a:ext>
            </a:extLst>
          </p:cNvPr>
          <p:cNvGrpSpPr/>
          <p:nvPr/>
        </p:nvGrpSpPr>
        <p:grpSpPr>
          <a:xfrm>
            <a:off x="1028700" y="1413758"/>
            <a:ext cx="10284037" cy="7980760"/>
            <a:chOff x="0" y="0"/>
            <a:chExt cx="13712050" cy="10641014"/>
          </a:xfrm>
          <a:solidFill>
            <a:schemeClr val="bg1"/>
          </a:solidFill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3E45803-5C21-708E-FF4C-4BAE4839C342}"/>
                </a:ext>
              </a:extLst>
            </p:cNvPr>
            <p:cNvGrpSpPr/>
            <p:nvPr/>
          </p:nvGrpSpPr>
          <p:grpSpPr>
            <a:xfrm>
              <a:off x="0" y="0"/>
              <a:ext cx="13712050" cy="10641014"/>
              <a:chOff x="0" y="0"/>
              <a:chExt cx="2708553" cy="2101929"/>
            </a:xfrm>
            <a:grpFill/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A6A63898-3632-FE08-A949-68ADC85BD1DA}"/>
                  </a:ext>
                </a:extLst>
              </p:cNvPr>
              <p:cNvSpPr/>
              <p:nvPr/>
            </p:nvSpPr>
            <p:spPr>
              <a:xfrm>
                <a:off x="0" y="0"/>
                <a:ext cx="2708553" cy="2101929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101929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086872"/>
                    </a:lnTo>
                    <a:cubicBezTo>
                      <a:pt x="2708553" y="2090866"/>
                      <a:pt x="2706967" y="2094695"/>
                      <a:pt x="2704143" y="2097519"/>
                    </a:cubicBezTo>
                    <a:cubicBezTo>
                      <a:pt x="2701320" y="2100342"/>
                      <a:pt x="2697490" y="2101929"/>
                      <a:pt x="2693497" y="2101929"/>
                    </a:cubicBezTo>
                    <a:lnTo>
                      <a:pt x="15056" y="2101929"/>
                    </a:lnTo>
                    <a:cubicBezTo>
                      <a:pt x="6741" y="2101929"/>
                      <a:pt x="0" y="2095188"/>
                      <a:pt x="0" y="2086872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grpFill/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9D621884-94CE-5051-F4B9-111B0DEE4F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708553" cy="214002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33D7DD5D-57EF-049C-26F7-A92456C363B3}"/>
                </a:ext>
              </a:extLst>
            </p:cNvPr>
            <p:cNvSpPr txBox="1"/>
            <p:nvPr/>
          </p:nvSpPr>
          <p:spPr>
            <a:xfrm>
              <a:off x="1196340" y="1364299"/>
              <a:ext cx="11319371" cy="12759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4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Archivo Black"/>
                  <a:cs typeface="Times New Roman" panose="02020603050405020304" pitchFamily="18" charset="0"/>
                  <a:sym typeface="Archivo Black"/>
                </a:rPr>
                <a:t>Future Scopes</a:t>
              </a: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09525F40-8B61-4427-0122-059FB3D2280C}"/>
                </a:ext>
              </a:extLst>
            </p:cNvPr>
            <p:cNvSpPr txBox="1"/>
            <p:nvPr/>
          </p:nvSpPr>
          <p:spPr>
            <a:xfrm>
              <a:off x="1717643" y="4004588"/>
              <a:ext cx="10276762" cy="22159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Multi-Language Support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Speech-to-Text &amp; Voice Search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AI-Based Recommendations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Offline Mode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Mobile Application</a:t>
              </a:r>
              <a:br>
                <a:rPr lang="en-GB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b="1" u="none" spc="119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023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FE607-0F2B-7CBC-FE45-25AE62263A52}"/>
              </a:ext>
            </a:extLst>
          </p:cNvPr>
          <p:cNvSpPr txBox="1"/>
          <p:nvPr/>
        </p:nvSpPr>
        <p:spPr>
          <a:xfrm>
            <a:off x="2209800" y="1181100"/>
            <a:ext cx="3211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F541A-1D00-E2AB-73A2-992C5BAB0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324100"/>
            <a:ext cx="11201400" cy="66046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64B24F-9198-34ED-390B-519C51FC11A4}"/>
              </a:ext>
            </a:extLst>
          </p:cNvPr>
          <p:cNvSpPr txBox="1"/>
          <p:nvPr/>
        </p:nvSpPr>
        <p:spPr>
          <a:xfrm>
            <a:off x="7086600" y="936933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Detailed Search Result for "Fast"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1334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C2C310-3793-43A7-1834-3660D00CE7AA}"/>
              </a:ext>
            </a:extLst>
          </p:cNvPr>
          <p:cNvSpPr txBox="1"/>
          <p:nvPr/>
        </p:nvSpPr>
        <p:spPr>
          <a:xfrm>
            <a:off x="1219200" y="2552700"/>
            <a:ext cx="27222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Bookmarks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C027E-E4DB-E5B0-D2CE-2C82FE6F84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016515"/>
            <a:ext cx="7107677" cy="3581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7F8F41-2B03-6C95-D9A1-A7E0B12D13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925" y="4008640"/>
            <a:ext cx="7107678" cy="3589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A66FF8-69B7-6131-63A3-F64C60DF411C}"/>
              </a:ext>
            </a:extLst>
          </p:cNvPr>
          <p:cNvSpPr txBox="1"/>
          <p:nvPr/>
        </p:nvSpPr>
        <p:spPr>
          <a:xfrm>
            <a:off x="9701925" y="2531243"/>
            <a:ext cx="34679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History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5F527-4417-F8C5-5835-BBCB28AA11A7}"/>
              </a:ext>
            </a:extLst>
          </p:cNvPr>
          <p:cNvSpPr txBox="1"/>
          <p:nvPr/>
        </p:nvSpPr>
        <p:spPr>
          <a:xfrm>
            <a:off x="3525805" y="8017169"/>
            <a:ext cx="249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/>
              <a:t>Bookmarks Page Layout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301F3-CCD3-2186-8E1E-871C367674E3}"/>
              </a:ext>
            </a:extLst>
          </p:cNvPr>
          <p:cNvSpPr txBox="1"/>
          <p:nvPr/>
        </p:nvSpPr>
        <p:spPr>
          <a:xfrm>
            <a:off x="11922629" y="8017169"/>
            <a:ext cx="287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History Page Layout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41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029C65F1-ECB1-420F-31AA-CF8CD5C288DB}"/>
              </a:ext>
            </a:extLst>
          </p:cNvPr>
          <p:cNvSpPr/>
          <p:nvPr/>
        </p:nvSpPr>
        <p:spPr>
          <a:xfrm rot="10435729">
            <a:off x="-3241105" y="-2477065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47DED4D-848B-917E-2073-6E20C7DA656C}"/>
              </a:ext>
            </a:extLst>
          </p:cNvPr>
          <p:cNvSpPr txBox="1"/>
          <p:nvPr/>
        </p:nvSpPr>
        <p:spPr>
          <a:xfrm>
            <a:off x="5122986" y="3779409"/>
            <a:ext cx="9245435" cy="136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4000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rPr>
              <a:t>The End</a:t>
            </a: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9BFD1443-2E09-F19C-5F64-AB0812E40E52}"/>
              </a:ext>
            </a:extLst>
          </p:cNvPr>
          <p:cNvSpPr/>
          <p:nvPr/>
        </p:nvSpPr>
        <p:spPr>
          <a:xfrm>
            <a:off x="6550705" y="5228532"/>
            <a:ext cx="415317" cy="415317"/>
          </a:xfrm>
          <a:custGeom>
            <a:avLst/>
            <a:gdLst/>
            <a:ahLst/>
            <a:cxnLst/>
            <a:rect l="l" t="t" r="r" b="b"/>
            <a:pathLst>
              <a:path w="415317" h="415317">
                <a:moveTo>
                  <a:pt x="0" y="0"/>
                </a:moveTo>
                <a:lnTo>
                  <a:pt x="415317" y="0"/>
                </a:lnTo>
                <a:lnTo>
                  <a:pt x="415317" y="415317"/>
                </a:lnTo>
                <a:lnTo>
                  <a:pt x="0" y="415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069BB89-3A05-EDD4-2E9E-6921655D7D29}"/>
              </a:ext>
            </a:extLst>
          </p:cNvPr>
          <p:cNvSpPr txBox="1"/>
          <p:nvPr/>
        </p:nvSpPr>
        <p:spPr>
          <a:xfrm>
            <a:off x="7162800" y="5228532"/>
            <a:ext cx="5018539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  <a:spcBef>
                <a:spcPct val="0"/>
              </a:spcBef>
            </a:pPr>
            <a:r>
              <a:rPr lang="en-US" b="1" dirty="0"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</a:t>
            </a:r>
            <a:endParaRPr lang="en-US" b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9911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473</Words>
  <Application>Microsoft Office PowerPoint</Application>
  <PresentationFormat>Custom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Wingdings</vt:lpstr>
      <vt:lpstr>Calibri</vt:lpstr>
      <vt:lpstr>Red Hat Display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NEW</cp:lastModifiedBy>
  <cp:revision>20</cp:revision>
  <dcterms:created xsi:type="dcterms:W3CDTF">2006-08-16T00:00:00Z</dcterms:created>
  <dcterms:modified xsi:type="dcterms:W3CDTF">2025-11-06T13:29:57Z</dcterms:modified>
  <dc:identifier>DAGvNFD-rWc</dc:identifier>
</cp:coreProperties>
</file>